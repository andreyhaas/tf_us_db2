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60" r:id="rId4"/>
    <p:sldId id="363" r:id="rId5"/>
    <p:sldId id="371" r:id="rId6"/>
    <p:sldId id="369" r:id="rId7"/>
    <p:sldId id="370" r:id="rId8"/>
    <p:sldId id="368" r:id="rId9"/>
    <p:sldId id="372" r:id="rId10"/>
    <p:sldId id="277" r:id="rId11"/>
    <p:sldId id="259" r:id="rId12"/>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1" d="100"/>
          <a:sy n="111" d="100"/>
        </p:scale>
        <p:origin x="162"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s://pixabay.com/DE/users"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_ohne Bild">
    <p:spTree>
      <p:nvGrpSpPr>
        <p:cNvPr id="1" name=""/>
        <p:cNvGrpSpPr/>
        <p:nvPr/>
      </p:nvGrpSpPr>
      <p:grpSpPr>
        <a:xfrm>
          <a:off x="0" y="0"/>
          <a:ext cx="0" cy="0"/>
          <a:chOff x="0" y="0"/>
          <a:chExt cx="0" cy="0"/>
        </a:xfrm>
      </p:grpSpPr>
      <p:grpSp>
        <p:nvGrpSpPr>
          <p:cNvPr id="16" name="Gruppieren 15"/>
          <p:cNvGrpSpPr/>
          <p:nvPr userDrawn="1"/>
        </p:nvGrpSpPr>
        <p:grpSpPr>
          <a:xfrm>
            <a:off x="0" y="6083955"/>
            <a:ext cx="12192000" cy="792064"/>
            <a:chOff x="0" y="6083955"/>
            <a:chExt cx="12192000" cy="792064"/>
          </a:xfrm>
        </p:grpSpPr>
        <p:sp>
          <p:nvSpPr>
            <p:cNvPr id="14" name="Freihandform 13"/>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5" name="Grafik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4" name="Datumsplatzhalter 3"/>
          <p:cNvSpPr>
            <a:spLocks noGrp="1"/>
          </p:cNvSpPr>
          <p:nvPr>
            <p:ph type="dt" sz="half" idx="10"/>
          </p:nvPr>
        </p:nvSpPr>
        <p:spPr/>
        <p:txBody>
          <a:bodyPr/>
          <a:lstStyle/>
          <a:p>
            <a:fld id="{2683B5D4-1447-4674-AF43-D7F554FE08B3}" type="datetime1">
              <a:rPr lang="de-DE" smtClean="0"/>
              <a:t>14.03.2024</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itle 1"/>
          <p:cNvSpPr>
            <a:spLocks noGrp="1"/>
          </p:cNvSpPr>
          <p:nvPr>
            <p:ph type="ctrTitle" hasCustomPrompt="1"/>
          </p:nvPr>
        </p:nvSpPr>
        <p:spPr>
          <a:xfrm>
            <a:off x="1782038" y="556181"/>
            <a:ext cx="8625153" cy="3590305"/>
          </a:xfrm>
        </p:spPr>
        <p:txBody>
          <a:bodyPr wrap="square" anchor="b" anchorCtr="1">
            <a:normAutofit/>
          </a:bodyPr>
          <a:lstStyle>
            <a:lvl1pPr algn="ctr">
              <a:defRPr sz="6000" baseline="0"/>
            </a:lvl1pPr>
          </a:lstStyle>
          <a:p>
            <a:r>
              <a:rPr lang="de-DE" dirty="0"/>
              <a:t>Lernmodul oder Titel der</a:t>
            </a:r>
            <a:br>
              <a:rPr lang="de-DE" dirty="0"/>
            </a:br>
            <a:r>
              <a:rPr lang="de-DE" dirty="0"/>
              <a:t>Präsentation</a:t>
            </a:r>
            <a:endParaRPr lang="en-US" dirty="0"/>
          </a:p>
        </p:txBody>
      </p:sp>
      <p:sp>
        <p:nvSpPr>
          <p:cNvPr id="13" name="Subtitle 2"/>
          <p:cNvSpPr>
            <a:spLocks noGrp="1"/>
          </p:cNvSpPr>
          <p:nvPr>
            <p:ph type="subTitle" idx="1" hasCustomPrompt="1"/>
          </p:nvPr>
        </p:nvSpPr>
        <p:spPr>
          <a:xfrm>
            <a:off x="1783013" y="4146486"/>
            <a:ext cx="8624170" cy="7005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Untertitel</a:t>
            </a:r>
            <a:endParaRPr lang="en-US" dirty="0"/>
          </a:p>
        </p:txBody>
      </p:sp>
      <p:pic>
        <p:nvPicPr>
          <p:cNvPr id="17" name="Grafik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2899352684"/>
      </p:ext>
    </p:extLst>
  </p:cSld>
  <p:clrMapOvr>
    <a:masterClrMapping/>
  </p:clrMapOvr>
  <p:extLst>
    <p:ext uri="{DCECCB84-F9BA-43D5-87BE-67443E8EF086}">
      <p15:sldGuideLst xmlns:p15="http://schemas.microsoft.com/office/powerpoint/2012/main">
        <p15:guide id="1" orient="horz" pos="232">
          <p15:clr>
            <a:srgbClr val="000000"/>
          </p15:clr>
        </p15:guide>
        <p15:guide id="2" orient="horz" pos="3861">
          <p15:clr>
            <a:srgbClr val="000000"/>
          </p15:clr>
        </p15:guide>
        <p15:guide id="3" pos="7469">
          <p15:clr>
            <a:srgbClr val="000000"/>
          </p15:clr>
        </p15:guide>
        <p15:guide id="4" pos="211">
          <p15:clr>
            <a:srgbClr val="00000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_mit Bi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2B21F94E-F092-4943-BFCD-C473A8B2BCE8}" type="datetime1">
              <a:rPr lang="de-DE" smtClean="0"/>
              <a:t>14.03.2024</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itel"/>
          <p:cNvSpPr>
            <a:spLocks noGrp="1"/>
          </p:cNvSpPr>
          <p:nvPr>
            <p:ph type="ctrTitle"/>
          </p:nvPr>
        </p:nvSpPr>
        <p:spPr>
          <a:xfrm>
            <a:off x="1819747" y="3424238"/>
            <a:ext cx="8555524" cy="2158673"/>
          </a:xfrm>
        </p:spPr>
        <p:txBody>
          <a:bodyPr>
            <a:normAutofit/>
          </a:bodyPr>
          <a:lstStyle>
            <a:lvl1pPr algn="ctr">
              <a:defRPr/>
            </a:lvl1pPr>
          </a:lstStyle>
          <a:p>
            <a:pPr algn="ctr"/>
            <a:r>
              <a:rPr lang="de-DE" sz="5000" dirty="0">
                <a:solidFill>
                  <a:schemeClr val="tx1"/>
                </a:solidFill>
                <a:latin typeface="+mj-lt"/>
              </a:rPr>
              <a:t>Titel des Videos oder Lernmoduls</a:t>
            </a:r>
          </a:p>
        </p:txBody>
      </p:sp>
      <p:sp>
        <p:nvSpPr>
          <p:cNvPr id="11" name="Untertitel"/>
          <p:cNvSpPr>
            <a:spLocks noGrp="1"/>
          </p:cNvSpPr>
          <p:nvPr>
            <p:ph type="subTitle" idx="1" hasCustomPrompt="1"/>
          </p:nvPr>
        </p:nvSpPr>
        <p:spPr>
          <a:xfrm>
            <a:off x="1819747" y="5584494"/>
            <a:ext cx="8555524" cy="725823"/>
          </a:xfrm>
        </p:spPr>
        <p:txBody>
          <a:bodyPr/>
          <a:lstStyle>
            <a:lvl1pPr marL="0" indent="0" algn="ctr">
              <a:buNone/>
              <a:defRPr/>
            </a:lvl1pPr>
          </a:lstStyle>
          <a:p>
            <a:pPr algn="ctr"/>
            <a:r>
              <a:rPr lang="de-DE" dirty="0">
                <a:solidFill>
                  <a:schemeClr val="tx1"/>
                </a:solidFill>
                <a:latin typeface="+mn-lt"/>
              </a:rPr>
              <a:t>Untertitel</a:t>
            </a:r>
          </a:p>
        </p:txBody>
      </p:sp>
      <p:sp>
        <p:nvSpPr>
          <p:cNvPr id="13" name="Bildplatzhalter 12"/>
          <p:cNvSpPr>
            <a:spLocks noGrp="1"/>
          </p:cNvSpPr>
          <p:nvPr>
            <p:ph type="pic" sz="quarter" idx="13" hasCustomPrompt="1"/>
          </p:nvPr>
        </p:nvSpPr>
        <p:spPr>
          <a:xfrm>
            <a:off x="0" y="0"/>
            <a:ext cx="12192000" cy="4186238"/>
          </a:xfrm>
        </p:spPr>
        <p:txBody>
          <a:bodyPr/>
          <a:lstStyle>
            <a:lvl1pPr>
              <a:defRPr/>
            </a:lvl1pPr>
          </a:lstStyle>
          <a:p>
            <a:r>
              <a:rPr lang="de-DE" dirty="0"/>
              <a:t>Bild durch klick auf das Symbol hinzufügen und in den Hintergrund verschieben.</a:t>
            </a:r>
          </a:p>
        </p:txBody>
      </p:sp>
    </p:spTree>
    <p:extLst>
      <p:ext uri="{BB962C8B-B14F-4D97-AF65-F5344CB8AC3E}">
        <p14:creationId xmlns:p14="http://schemas.microsoft.com/office/powerpoint/2010/main" val="4022750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emenübersicht">
    <p:spTree>
      <p:nvGrpSpPr>
        <p:cNvPr id="1" name=""/>
        <p:cNvGrpSpPr/>
        <p:nvPr/>
      </p:nvGrpSpPr>
      <p:grpSpPr>
        <a:xfrm>
          <a:off x="0" y="0"/>
          <a:ext cx="0" cy="0"/>
          <a:chOff x="0" y="0"/>
          <a:chExt cx="0" cy="0"/>
        </a:xfrm>
      </p:grpSpPr>
      <p:grpSp>
        <p:nvGrpSpPr>
          <p:cNvPr id="7" name="Gruppieren 6"/>
          <p:cNvGrpSpPr/>
          <p:nvPr userDrawn="1"/>
        </p:nvGrpSpPr>
        <p:grpSpPr>
          <a:xfrm>
            <a:off x="-908" y="1229964"/>
            <a:ext cx="12193814" cy="5668603"/>
            <a:chOff x="-908" y="6783671"/>
            <a:chExt cx="12193814" cy="5668603"/>
          </a:xfrm>
        </p:grpSpPr>
        <p:sp>
          <p:nvSpPr>
            <p:cNvPr id="8" name="Freihandform 7"/>
            <p:cNvSpPr/>
            <p:nvPr userDrawn="1"/>
          </p:nvSpPr>
          <p:spPr>
            <a:xfrm>
              <a:off x="-908" y="6783671"/>
              <a:ext cx="12193814" cy="5668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814" h="5668603">
                  <a:moveTo>
                    <a:pt x="908" y="0"/>
                  </a:moveTo>
                  <a:lnTo>
                    <a:pt x="3455177" y="0"/>
                  </a:lnTo>
                  <a:lnTo>
                    <a:pt x="3825998" y="351771"/>
                  </a:lnTo>
                  <a:lnTo>
                    <a:pt x="4196818" y="0"/>
                  </a:lnTo>
                  <a:lnTo>
                    <a:pt x="12192908" y="0"/>
                  </a:lnTo>
                  <a:cubicBezTo>
                    <a:pt x="12189766" y="1886392"/>
                    <a:pt x="12196049" y="3782211"/>
                    <a:pt x="12192907" y="5668603"/>
                  </a:cubicBezTo>
                  <a:lnTo>
                    <a:pt x="908" y="5630895"/>
                  </a:lnTo>
                  <a:cubicBezTo>
                    <a:pt x="4050" y="3515117"/>
                    <a:pt x="-2234" y="2115778"/>
                    <a:pt x="90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783671"/>
              <a:ext cx="12192000" cy="409956"/>
            </a:xfrm>
            <a:prstGeom prst="rect">
              <a:avLst/>
            </a:prstGeom>
          </p:spPr>
        </p:pic>
      </p:grpSp>
      <p:sp>
        <p:nvSpPr>
          <p:cNvPr id="4" name="Datumsplatzhalter 3"/>
          <p:cNvSpPr>
            <a:spLocks noGrp="1"/>
          </p:cNvSpPr>
          <p:nvPr>
            <p:ph type="dt" sz="half" idx="10"/>
          </p:nvPr>
        </p:nvSpPr>
        <p:spPr/>
        <p:txBody>
          <a:bodyPr/>
          <a:lstStyle/>
          <a:p>
            <a:fld id="{CA52A6E7-51B3-4CF0-8F47-DAACA7061ACA}" type="datetime1">
              <a:rPr lang="de-DE" smtClean="0"/>
              <a:t>14.03.2024</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33" name="Textplatzhalter 32"/>
          <p:cNvSpPr>
            <a:spLocks noGrp="1"/>
          </p:cNvSpPr>
          <p:nvPr>
            <p:ph type="body" sz="quarter" idx="13" hasCustomPrompt="1"/>
          </p:nvPr>
        </p:nvSpPr>
        <p:spPr>
          <a:xfrm>
            <a:off x="352995" y="2002314"/>
            <a:ext cx="2149475" cy="706356"/>
          </a:xfrm>
        </p:spPr>
        <p:txBody>
          <a:bodyPr>
            <a:normAutofit/>
          </a:bodyPr>
          <a:lstStyle>
            <a:lvl1pPr marL="0" indent="0" algn="ctr">
              <a:buNone/>
              <a:defRPr sz="4800" b="1">
                <a:solidFill>
                  <a:schemeClr val="accent2"/>
                </a:solidFill>
              </a:defRPr>
            </a:lvl1pPr>
          </a:lstStyle>
          <a:p>
            <a:pPr lvl="0"/>
            <a:r>
              <a:rPr lang="de-DE" dirty="0"/>
              <a:t>01</a:t>
            </a:r>
          </a:p>
        </p:txBody>
      </p:sp>
      <p:sp>
        <p:nvSpPr>
          <p:cNvPr id="34" name="Textplatzhalter 32"/>
          <p:cNvSpPr>
            <a:spLocks noGrp="1"/>
          </p:cNvSpPr>
          <p:nvPr>
            <p:ph type="body" sz="quarter" idx="14" hasCustomPrompt="1"/>
          </p:nvPr>
        </p:nvSpPr>
        <p:spPr>
          <a:xfrm>
            <a:off x="352995" y="2721925"/>
            <a:ext cx="2149475" cy="706356"/>
          </a:xfrm>
        </p:spPr>
        <p:txBody>
          <a:bodyPr>
            <a:normAutofit/>
          </a:bodyPr>
          <a:lstStyle>
            <a:lvl1pPr marL="0" indent="0" algn="ctr">
              <a:buNone/>
              <a:defRPr sz="2400" b="1">
                <a:solidFill>
                  <a:schemeClr val="tx1"/>
                </a:solidFill>
              </a:defRPr>
            </a:lvl1pPr>
          </a:lstStyle>
          <a:p>
            <a:pPr lvl="0"/>
            <a:r>
              <a:rPr lang="de-DE" dirty="0"/>
              <a:t>Das erste Thema/Tag</a:t>
            </a:r>
          </a:p>
        </p:txBody>
      </p:sp>
      <p:sp>
        <p:nvSpPr>
          <p:cNvPr id="35" name="Textplatzhalter 32"/>
          <p:cNvSpPr>
            <a:spLocks noGrp="1"/>
          </p:cNvSpPr>
          <p:nvPr>
            <p:ph type="body" sz="quarter" idx="15" hasCustomPrompt="1"/>
          </p:nvPr>
        </p:nvSpPr>
        <p:spPr>
          <a:xfrm>
            <a:off x="352995"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1.1 </a:t>
            </a:r>
            <a:br>
              <a:rPr lang="de-DE" dirty="0"/>
            </a:br>
            <a:r>
              <a:rPr lang="de-DE" dirty="0"/>
              <a:t>Oder das Thema untergliedert werden</a:t>
            </a:r>
          </a:p>
        </p:txBody>
      </p:sp>
      <p:sp>
        <p:nvSpPr>
          <p:cNvPr id="45" name="Textplatzhalter 32"/>
          <p:cNvSpPr>
            <a:spLocks noGrp="1"/>
          </p:cNvSpPr>
          <p:nvPr>
            <p:ph type="body" sz="quarter" idx="16" hasCustomPrompt="1"/>
          </p:nvPr>
        </p:nvSpPr>
        <p:spPr>
          <a:xfrm>
            <a:off x="2502470" y="2002314"/>
            <a:ext cx="2149475" cy="706356"/>
          </a:xfrm>
        </p:spPr>
        <p:txBody>
          <a:bodyPr>
            <a:normAutofit/>
          </a:bodyPr>
          <a:lstStyle>
            <a:lvl1pPr marL="0" indent="0" algn="ctr">
              <a:buNone/>
              <a:defRPr sz="4800" b="1">
                <a:solidFill>
                  <a:schemeClr val="accent2"/>
                </a:solidFill>
              </a:defRPr>
            </a:lvl1pPr>
          </a:lstStyle>
          <a:p>
            <a:pPr lvl="0"/>
            <a:r>
              <a:rPr lang="de-DE" dirty="0"/>
              <a:t>02</a:t>
            </a:r>
          </a:p>
        </p:txBody>
      </p:sp>
      <p:sp>
        <p:nvSpPr>
          <p:cNvPr id="46" name="Textplatzhalter 32"/>
          <p:cNvSpPr>
            <a:spLocks noGrp="1"/>
          </p:cNvSpPr>
          <p:nvPr>
            <p:ph type="body" sz="quarter" idx="17" hasCustomPrompt="1"/>
          </p:nvPr>
        </p:nvSpPr>
        <p:spPr>
          <a:xfrm>
            <a:off x="2502470" y="2721925"/>
            <a:ext cx="2149475" cy="706356"/>
          </a:xfrm>
        </p:spPr>
        <p:txBody>
          <a:bodyPr>
            <a:normAutofit/>
          </a:bodyPr>
          <a:lstStyle>
            <a:lvl1pPr marL="0" indent="0" algn="ctr">
              <a:buNone/>
              <a:defRPr sz="2400" b="1">
                <a:solidFill>
                  <a:schemeClr val="tx1"/>
                </a:solidFill>
              </a:defRPr>
            </a:lvl1pPr>
          </a:lstStyle>
          <a:p>
            <a:pPr lvl="0"/>
            <a:r>
              <a:rPr lang="de-DE" dirty="0"/>
              <a:t>Das zweite Thema/Tag</a:t>
            </a:r>
          </a:p>
        </p:txBody>
      </p:sp>
      <p:sp>
        <p:nvSpPr>
          <p:cNvPr id="47" name="Textplatzhalter 32"/>
          <p:cNvSpPr>
            <a:spLocks noGrp="1"/>
          </p:cNvSpPr>
          <p:nvPr>
            <p:ph type="body" sz="quarter" idx="18" hasCustomPrompt="1"/>
          </p:nvPr>
        </p:nvSpPr>
        <p:spPr>
          <a:xfrm>
            <a:off x="2502470"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2.1 </a:t>
            </a:r>
            <a:br>
              <a:rPr lang="de-DE" dirty="0"/>
            </a:br>
            <a:r>
              <a:rPr lang="de-DE" dirty="0"/>
              <a:t>Oder das Thema untergliedert werden</a:t>
            </a:r>
          </a:p>
        </p:txBody>
      </p:sp>
      <p:sp>
        <p:nvSpPr>
          <p:cNvPr id="48" name="Textplatzhalter 32"/>
          <p:cNvSpPr>
            <a:spLocks noGrp="1"/>
          </p:cNvSpPr>
          <p:nvPr>
            <p:ph type="body" sz="quarter" idx="19" hasCustomPrompt="1"/>
          </p:nvPr>
        </p:nvSpPr>
        <p:spPr>
          <a:xfrm>
            <a:off x="4651945" y="2002314"/>
            <a:ext cx="2149475" cy="706356"/>
          </a:xfrm>
        </p:spPr>
        <p:txBody>
          <a:bodyPr>
            <a:normAutofit/>
          </a:bodyPr>
          <a:lstStyle>
            <a:lvl1pPr marL="0" indent="0" algn="ctr">
              <a:buNone/>
              <a:defRPr sz="4800" b="1">
                <a:solidFill>
                  <a:schemeClr val="accent2"/>
                </a:solidFill>
              </a:defRPr>
            </a:lvl1pPr>
          </a:lstStyle>
          <a:p>
            <a:pPr lvl="0"/>
            <a:r>
              <a:rPr lang="de-DE" dirty="0"/>
              <a:t>03</a:t>
            </a:r>
          </a:p>
        </p:txBody>
      </p:sp>
      <p:sp>
        <p:nvSpPr>
          <p:cNvPr id="49" name="Textplatzhalter 32"/>
          <p:cNvSpPr>
            <a:spLocks noGrp="1"/>
          </p:cNvSpPr>
          <p:nvPr>
            <p:ph type="body" sz="quarter" idx="20" hasCustomPrompt="1"/>
          </p:nvPr>
        </p:nvSpPr>
        <p:spPr>
          <a:xfrm>
            <a:off x="4651945" y="2721925"/>
            <a:ext cx="2149475" cy="706356"/>
          </a:xfrm>
        </p:spPr>
        <p:txBody>
          <a:bodyPr>
            <a:normAutofit/>
          </a:bodyPr>
          <a:lstStyle>
            <a:lvl1pPr marL="0" indent="0" algn="ctr">
              <a:buNone/>
              <a:defRPr sz="2400" b="1">
                <a:solidFill>
                  <a:schemeClr val="tx1"/>
                </a:solidFill>
              </a:defRPr>
            </a:lvl1pPr>
          </a:lstStyle>
          <a:p>
            <a:pPr lvl="0"/>
            <a:r>
              <a:rPr lang="de-DE" dirty="0"/>
              <a:t>Das dritte Thema/Tag</a:t>
            </a:r>
          </a:p>
        </p:txBody>
      </p:sp>
      <p:sp>
        <p:nvSpPr>
          <p:cNvPr id="50" name="Textplatzhalter 32"/>
          <p:cNvSpPr>
            <a:spLocks noGrp="1"/>
          </p:cNvSpPr>
          <p:nvPr>
            <p:ph type="body" sz="quarter" idx="21" hasCustomPrompt="1"/>
          </p:nvPr>
        </p:nvSpPr>
        <p:spPr>
          <a:xfrm>
            <a:off x="4651945"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3.1 </a:t>
            </a:r>
            <a:br>
              <a:rPr lang="de-DE" dirty="0"/>
            </a:br>
            <a:r>
              <a:rPr lang="de-DE" dirty="0"/>
              <a:t>Oder das Thema untergliedert werden</a:t>
            </a:r>
          </a:p>
        </p:txBody>
      </p:sp>
      <p:sp>
        <p:nvSpPr>
          <p:cNvPr id="51" name="Textplatzhalter 32"/>
          <p:cNvSpPr>
            <a:spLocks noGrp="1"/>
          </p:cNvSpPr>
          <p:nvPr>
            <p:ph type="body" sz="quarter" idx="22" hasCustomPrompt="1"/>
          </p:nvPr>
        </p:nvSpPr>
        <p:spPr>
          <a:xfrm>
            <a:off x="6801420" y="2002314"/>
            <a:ext cx="2149475" cy="706356"/>
          </a:xfrm>
        </p:spPr>
        <p:txBody>
          <a:bodyPr>
            <a:normAutofit/>
          </a:bodyPr>
          <a:lstStyle>
            <a:lvl1pPr marL="0" indent="0" algn="ctr">
              <a:buNone/>
              <a:defRPr sz="4800" b="1">
                <a:solidFill>
                  <a:schemeClr val="accent2"/>
                </a:solidFill>
              </a:defRPr>
            </a:lvl1pPr>
          </a:lstStyle>
          <a:p>
            <a:pPr lvl="0"/>
            <a:r>
              <a:rPr lang="de-DE" dirty="0"/>
              <a:t>04</a:t>
            </a:r>
          </a:p>
        </p:txBody>
      </p:sp>
      <p:sp>
        <p:nvSpPr>
          <p:cNvPr id="52" name="Textplatzhalter 32"/>
          <p:cNvSpPr>
            <a:spLocks noGrp="1"/>
          </p:cNvSpPr>
          <p:nvPr>
            <p:ph type="body" sz="quarter" idx="23" hasCustomPrompt="1"/>
          </p:nvPr>
        </p:nvSpPr>
        <p:spPr>
          <a:xfrm>
            <a:off x="6801420" y="2721925"/>
            <a:ext cx="2149475" cy="706356"/>
          </a:xfrm>
        </p:spPr>
        <p:txBody>
          <a:bodyPr>
            <a:normAutofit/>
          </a:bodyPr>
          <a:lstStyle>
            <a:lvl1pPr marL="0" indent="0" algn="ctr">
              <a:buNone/>
              <a:defRPr sz="2400" b="1">
                <a:solidFill>
                  <a:schemeClr val="tx1"/>
                </a:solidFill>
              </a:defRPr>
            </a:lvl1pPr>
          </a:lstStyle>
          <a:p>
            <a:pPr lvl="0"/>
            <a:r>
              <a:rPr lang="de-DE" dirty="0"/>
              <a:t>Das vierte Thema/Tag</a:t>
            </a:r>
          </a:p>
        </p:txBody>
      </p:sp>
      <p:sp>
        <p:nvSpPr>
          <p:cNvPr id="53" name="Textplatzhalter 32"/>
          <p:cNvSpPr>
            <a:spLocks noGrp="1"/>
          </p:cNvSpPr>
          <p:nvPr>
            <p:ph type="body" sz="quarter" idx="24" hasCustomPrompt="1"/>
          </p:nvPr>
        </p:nvSpPr>
        <p:spPr>
          <a:xfrm>
            <a:off x="6801420"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4.1 </a:t>
            </a:r>
            <a:br>
              <a:rPr lang="de-DE" dirty="0"/>
            </a:br>
            <a:r>
              <a:rPr lang="de-DE" dirty="0"/>
              <a:t>Oder das Thema untergliedert werden</a:t>
            </a:r>
          </a:p>
        </p:txBody>
      </p:sp>
      <p:sp>
        <p:nvSpPr>
          <p:cNvPr id="60" name="Textplatzhalter 32"/>
          <p:cNvSpPr>
            <a:spLocks noGrp="1"/>
          </p:cNvSpPr>
          <p:nvPr>
            <p:ph type="body" sz="quarter" idx="25" hasCustomPrompt="1"/>
          </p:nvPr>
        </p:nvSpPr>
        <p:spPr>
          <a:xfrm>
            <a:off x="8969749" y="2002314"/>
            <a:ext cx="2149475" cy="706356"/>
          </a:xfrm>
        </p:spPr>
        <p:txBody>
          <a:bodyPr>
            <a:normAutofit/>
          </a:bodyPr>
          <a:lstStyle>
            <a:lvl1pPr marL="0" indent="0" algn="ctr">
              <a:buNone/>
              <a:defRPr sz="4800" b="1">
                <a:solidFill>
                  <a:schemeClr val="accent2"/>
                </a:solidFill>
              </a:defRPr>
            </a:lvl1pPr>
          </a:lstStyle>
          <a:p>
            <a:pPr lvl="0"/>
            <a:r>
              <a:rPr lang="de-DE" dirty="0"/>
              <a:t>05</a:t>
            </a:r>
          </a:p>
        </p:txBody>
      </p:sp>
      <p:sp>
        <p:nvSpPr>
          <p:cNvPr id="61" name="Textplatzhalter 32"/>
          <p:cNvSpPr>
            <a:spLocks noGrp="1"/>
          </p:cNvSpPr>
          <p:nvPr>
            <p:ph type="body" sz="quarter" idx="26" hasCustomPrompt="1"/>
          </p:nvPr>
        </p:nvSpPr>
        <p:spPr>
          <a:xfrm>
            <a:off x="8969749" y="2721925"/>
            <a:ext cx="2149475" cy="706356"/>
          </a:xfrm>
        </p:spPr>
        <p:txBody>
          <a:bodyPr>
            <a:normAutofit/>
          </a:bodyPr>
          <a:lstStyle>
            <a:lvl1pPr marL="0" indent="0" algn="ctr">
              <a:buNone/>
              <a:defRPr sz="2400" b="1">
                <a:solidFill>
                  <a:schemeClr val="tx1"/>
                </a:solidFill>
              </a:defRPr>
            </a:lvl1pPr>
          </a:lstStyle>
          <a:p>
            <a:pPr lvl="0"/>
            <a:r>
              <a:rPr lang="de-DE" dirty="0"/>
              <a:t>Das fünfte Thema/Tag</a:t>
            </a:r>
          </a:p>
        </p:txBody>
      </p:sp>
      <p:sp>
        <p:nvSpPr>
          <p:cNvPr id="62" name="Textplatzhalter 32"/>
          <p:cNvSpPr>
            <a:spLocks noGrp="1"/>
          </p:cNvSpPr>
          <p:nvPr>
            <p:ph type="body" sz="quarter" idx="27" hasCustomPrompt="1"/>
          </p:nvPr>
        </p:nvSpPr>
        <p:spPr>
          <a:xfrm>
            <a:off x="8969749"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5.1 </a:t>
            </a:r>
            <a:br>
              <a:rPr lang="de-DE" dirty="0"/>
            </a:br>
            <a:r>
              <a:rPr lang="de-DE" dirty="0"/>
              <a:t>Oder das Thema untergliedert werden</a:t>
            </a:r>
          </a:p>
        </p:txBody>
      </p:sp>
      <p:sp>
        <p:nvSpPr>
          <p:cNvPr id="63" name="Titel 62"/>
          <p:cNvSpPr>
            <a:spLocks noGrp="1"/>
          </p:cNvSpPr>
          <p:nvPr>
            <p:ph type="title" hasCustomPrompt="1"/>
          </p:nvPr>
        </p:nvSpPr>
        <p:spPr>
          <a:xfrm>
            <a:off x="352995" y="556221"/>
            <a:ext cx="5010857" cy="673743"/>
          </a:xfrm>
        </p:spPr>
        <p:txBody>
          <a:bodyPr anchor="t" anchorCtr="0"/>
          <a:lstStyle>
            <a:lvl1pPr>
              <a:defRPr/>
            </a:lvl1pPr>
          </a:lstStyle>
          <a:p>
            <a:r>
              <a:rPr lang="de-DE" dirty="0"/>
              <a:t>Themenübersicht</a:t>
            </a:r>
          </a:p>
        </p:txBody>
      </p:sp>
    </p:spTree>
    <p:extLst>
      <p:ext uri="{BB962C8B-B14F-4D97-AF65-F5344CB8AC3E}">
        <p14:creationId xmlns:p14="http://schemas.microsoft.com/office/powerpoint/2010/main" val="1456772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rnziel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D68AE64B-F625-4BED-967E-AC8D2D6E44A7}" type="datetime1">
              <a:rPr lang="de-DE" smtClean="0"/>
              <a:t>14.03.2024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5" name="Textplatzhalter 13"/>
          <p:cNvSpPr>
            <a:spLocks noGrp="1"/>
          </p:cNvSpPr>
          <p:nvPr>
            <p:ph type="body" sz="quarter" idx="14" hasCustomPrompt="1"/>
          </p:nvPr>
        </p:nvSpPr>
        <p:spPr>
          <a:xfrm>
            <a:off x="3949046" y="4147541"/>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6" name="Textplatzhalter 13"/>
          <p:cNvSpPr>
            <a:spLocks noGrp="1"/>
          </p:cNvSpPr>
          <p:nvPr>
            <p:ph type="body" sz="quarter" idx="15" hasCustomPrompt="1"/>
          </p:nvPr>
        </p:nvSpPr>
        <p:spPr>
          <a:xfrm>
            <a:off x="6107898" y="558360"/>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7" name="Textplatzhalter 13"/>
          <p:cNvSpPr>
            <a:spLocks noGrp="1"/>
          </p:cNvSpPr>
          <p:nvPr>
            <p:ph type="body" sz="quarter" idx="16" hasCustomPrompt="1"/>
          </p:nvPr>
        </p:nvSpPr>
        <p:spPr>
          <a:xfrm>
            <a:off x="8266750" y="2696566"/>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8" name="Titel 17"/>
          <p:cNvSpPr>
            <a:spLocks noGrp="1"/>
          </p:cNvSpPr>
          <p:nvPr>
            <p:ph type="title" hasCustomPrompt="1"/>
          </p:nvPr>
        </p:nvSpPr>
        <p:spPr>
          <a:xfrm>
            <a:off x="347893" y="558360"/>
            <a:ext cx="3601153" cy="691320"/>
          </a:xfrm>
        </p:spPr>
        <p:txBody>
          <a:bodyPr anchor="t" anchorCtr="0"/>
          <a:lstStyle>
            <a:lvl1pPr>
              <a:defRPr/>
            </a:lvl1pPr>
          </a:lstStyle>
          <a:p>
            <a:r>
              <a:rPr lang="de-DE" dirty="0"/>
              <a:t>Lernziele</a:t>
            </a:r>
          </a:p>
        </p:txBody>
      </p:sp>
    </p:spTree>
    <p:extLst>
      <p:ext uri="{BB962C8B-B14F-4D97-AF65-F5344CB8AC3E}">
        <p14:creationId xmlns:p14="http://schemas.microsoft.com/office/powerpoint/2010/main" val="2628408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rnziele_mit_Bild">
    <p:spTree>
      <p:nvGrpSpPr>
        <p:cNvPr id="1" name=""/>
        <p:cNvGrpSpPr/>
        <p:nvPr/>
      </p:nvGrpSpPr>
      <p:grpSpPr>
        <a:xfrm>
          <a:off x="0" y="0"/>
          <a:ext cx="0" cy="0"/>
          <a:chOff x="0" y="0"/>
          <a:chExt cx="0" cy="0"/>
        </a:xfrm>
      </p:grpSpPr>
      <p:sp>
        <p:nvSpPr>
          <p:cNvPr id="3" name="Bildplatzhalter 2"/>
          <p:cNvSpPr>
            <a:spLocks noGrp="1"/>
          </p:cNvSpPr>
          <p:nvPr>
            <p:ph type="pic" sz="quarter" idx="17" hasCustomPrompt="1"/>
          </p:nvPr>
        </p:nvSpPr>
        <p:spPr>
          <a:xfrm>
            <a:off x="0" y="1263650"/>
            <a:ext cx="12192000" cy="5378450"/>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487523B2-4D63-4A9B-9A7C-462B7722D6B8}" type="datetime1">
              <a:rPr lang="de-DE" smtClean="0"/>
              <a:t>14.03.2024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8" name="Titel 17"/>
          <p:cNvSpPr>
            <a:spLocks noGrp="1"/>
          </p:cNvSpPr>
          <p:nvPr>
            <p:ph type="title" hasCustomPrompt="1"/>
          </p:nvPr>
        </p:nvSpPr>
        <p:spPr>
          <a:xfrm>
            <a:off x="347893" y="558360"/>
            <a:ext cx="3601153" cy="1132328"/>
          </a:xfrm>
        </p:spPr>
        <p:txBody>
          <a:bodyPr anchor="t" anchorCtr="0"/>
          <a:lstStyle>
            <a:lvl1pPr>
              <a:defRPr/>
            </a:lvl1pPr>
          </a:lstStyle>
          <a:p>
            <a:r>
              <a:rPr lang="de-DE" dirty="0"/>
              <a:t>Lernziele</a:t>
            </a:r>
          </a:p>
        </p:txBody>
      </p:sp>
      <p:sp>
        <p:nvSpPr>
          <p:cNvPr id="19" name="Textplatzhalter 13"/>
          <p:cNvSpPr>
            <a:spLocks noGrp="1"/>
          </p:cNvSpPr>
          <p:nvPr>
            <p:ph type="body" sz="quarter" idx="18" hasCustomPrompt="1"/>
          </p:nvPr>
        </p:nvSpPr>
        <p:spPr>
          <a:xfrm>
            <a:off x="3949046" y="3430588"/>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20" name="Textplatzhalter 13"/>
          <p:cNvSpPr>
            <a:spLocks noGrp="1"/>
          </p:cNvSpPr>
          <p:nvPr>
            <p:ph type="body" sz="quarter" idx="19" hasCustomPrompt="1"/>
          </p:nvPr>
        </p:nvSpPr>
        <p:spPr>
          <a:xfrm>
            <a:off x="6842404" y="1979612"/>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21" name="Textplatzhalter 13"/>
          <p:cNvSpPr>
            <a:spLocks noGrp="1"/>
          </p:cNvSpPr>
          <p:nvPr>
            <p:ph type="body" sz="quarter" idx="20" hasCustomPrompt="1"/>
          </p:nvPr>
        </p:nvSpPr>
        <p:spPr>
          <a:xfrm>
            <a:off x="8249124" y="4135877"/>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Tree>
    <p:extLst>
      <p:ext uri="{BB962C8B-B14F-4D97-AF65-F5344CB8AC3E}">
        <p14:creationId xmlns:p14="http://schemas.microsoft.com/office/powerpoint/2010/main" val="79210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emenabschnitt">
    <p:spTree>
      <p:nvGrpSpPr>
        <p:cNvPr id="1" name=""/>
        <p:cNvGrpSpPr/>
        <p:nvPr/>
      </p:nvGrpSpPr>
      <p:grpSpPr>
        <a:xfrm>
          <a:off x="0" y="0"/>
          <a:ext cx="0" cy="0"/>
          <a:chOff x="0" y="0"/>
          <a:chExt cx="0" cy="0"/>
        </a:xfrm>
      </p:grpSpPr>
      <p:grpSp>
        <p:nvGrpSpPr>
          <p:cNvPr id="18" name="Gruppieren 17"/>
          <p:cNvGrpSpPr/>
          <p:nvPr userDrawn="1"/>
        </p:nvGrpSpPr>
        <p:grpSpPr>
          <a:xfrm>
            <a:off x="-13606" y="532132"/>
            <a:ext cx="12205606" cy="6351728"/>
            <a:chOff x="-13606" y="532132"/>
            <a:chExt cx="12205606" cy="6351728"/>
          </a:xfrm>
        </p:grpSpPr>
        <p:sp>
          <p:nvSpPr>
            <p:cNvPr id="10" name="Freihandform 9"/>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7" name="Datumsplatzhalter 6"/>
          <p:cNvSpPr>
            <a:spLocks noGrp="1"/>
          </p:cNvSpPr>
          <p:nvPr>
            <p:ph type="dt" sz="half" idx="10"/>
          </p:nvPr>
        </p:nvSpPr>
        <p:spPr/>
        <p:txBody>
          <a:bodyPr/>
          <a:lstStyle/>
          <a:p>
            <a:fld id="{DD314261-164A-4255-B9B6-AF93A144F92A}" type="datetime1">
              <a:rPr lang="de-DE" smtClean="0"/>
              <a:t>14.03.2024</a:t>
            </a:fld>
            <a:endParaRPr lang="de-DE" dirty="0"/>
          </a:p>
        </p:txBody>
      </p:sp>
      <p:sp>
        <p:nvSpPr>
          <p:cNvPr id="8" name="Fußzeilenplatzhalter 7"/>
          <p:cNvSpPr>
            <a:spLocks noGrp="1"/>
          </p:cNvSpPr>
          <p:nvPr>
            <p:ph type="ftr" sz="quarter" idx="11"/>
          </p:nvPr>
        </p:nvSpPr>
        <p:spPr/>
        <p:txBody>
          <a:bodyPr/>
          <a:lstStyle/>
          <a:p>
            <a:r>
              <a:rPr lang="de-DE" dirty="0"/>
              <a:t>Präsentationsthema</a:t>
            </a:r>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1809"/>
            <a:ext cx="5751512" cy="707704"/>
          </a:xfrm>
        </p:spPr>
        <p:txBody>
          <a:bodyPr/>
          <a:lstStyle>
            <a:lvl1pPr marL="0" indent="0">
              <a:buNone/>
              <a:defRPr sz="4800" b="1"/>
            </a:lvl1pPr>
          </a:lstStyle>
          <a:p>
            <a:pPr lvl="0"/>
            <a:r>
              <a:rPr lang="de-DE" dirty="0"/>
              <a:t>Thementitel</a:t>
            </a:r>
          </a:p>
        </p:txBody>
      </p:sp>
      <p:sp>
        <p:nvSpPr>
          <p:cNvPr id="15" name="Textplatzhalter 13"/>
          <p:cNvSpPr>
            <a:spLocks noGrp="1"/>
          </p:cNvSpPr>
          <p:nvPr>
            <p:ph type="body" sz="quarter" idx="14" hasCustomPrompt="1"/>
          </p:nvPr>
        </p:nvSpPr>
        <p:spPr>
          <a:xfrm>
            <a:off x="5389392" y="2709513"/>
            <a:ext cx="5751512" cy="711867"/>
          </a:xfrm>
        </p:spPr>
        <p:txBody>
          <a:bodyPr/>
          <a:lstStyle>
            <a:lvl1pPr marL="0" indent="0">
              <a:buNone/>
              <a:defRPr sz="2000" i="1"/>
            </a:lvl1pPr>
          </a:lstStyle>
          <a:p>
            <a:pPr lvl="0"/>
            <a:r>
              <a:rPr lang="de-DE" dirty="0"/>
              <a:t>Themenbeschreibung</a:t>
            </a:r>
          </a:p>
        </p:txBody>
      </p:sp>
      <p:sp>
        <p:nvSpPr>
          <p:cNvPr id="17" name="Textplatzhalter 16"/>
          <p:cNvSpPr>
            <a:spLocks noGrp="1"/>
          </p:cNvSpPr>
          <p:nvPr>
            <p:ph type="body" sz="quarter" idx="15" hasCustomPrompt="1"/>
          </p:nvPr>
        </p:nvSpPr>
        <p:spPr>
          <a:xfrm>
            <a:off x="3949046" y="2000250"/>
            <a:ext cx="1219200" cy="1123950"/>
          </a:xfrm>
        </p:spPr>
        <p:txBody>
          <a:bodyPr/>
          <a:lstStyle>
            <a:lvl1pPr marL="0" indent="0">
              <a:buNone/>
              <a:defRPr sz="7200" b="1"/>
            </a:lvl1pPr>
          </a:lstStyle>
          <a:p>
            <a:pPr lvl="0"/>
            <a:r>
              <a:rPr lang="de-DE" dirty="0"/>
              <a:t>01</a:t>
            </a:r>
          </a:p>
        </p:txBody>
      </p:sp>
    </p:spTree>
    <p:extLst>
      <p:ext uri="{BB962C8B-B14F-4D97-AF65-F5344CB8AC3E}">
        <p14:creationId xmlns:p14="http://schemas.microsoft.com/office/powerpoint/2010/main" val="408718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emenabschnitt_mit Bild">
    <p:spTree>
      <p:nvGrpSpPr>
        <p:cNvPr id="1" name=""/>
        <p:cNvGrpSpPr/>
        <p:nvPr/>
      </p:nvGrpSpPr>
      <p:grpSpPr>
        <a:xfrm>
          <a:off x="0" y="0"/>
          <a:ext cx="0" cy="0"/>
          <a:chOff x="0" y="0"/>
          <a:chExt cx="0" cy="0"/>
        </a:xfrm>
      </p:grpSpPr>
      <p:sp>
        <p:nvSpPr>
          <p:cNvPr id="6" name="Rechteck 5"/>
          <p:cNvSpPr/>
          <p:nvPr userDrawn="1"/>
        </p:nvSpPr>
        <p:spPr>
          <a:xfrm>
            <a:off x="8983980" y="0"/>
            <a:ext cx="3208020" cy="6311900"/>
          </a:xfrm>
          <a:prstGeom prst="rect">
            <a:avLst/>
          </a:prstGeom>
          <a:solidFill>
            <a:schemeClr val="bg2">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Bildplatzhalter 3"/>
          <p:cNvSpPr>
            <a:spLocks noGrp="1"/>
          </p:cNvSpPr>
          <p:nvPr>
            <p:ph type="pic" sz="quarter" idx="16" hasCustomPrompt="1"/>
          </p:nvPr>
        </p:nvSpPr>
        <p:spPr>
          <a:xfrm>
            <a:off x="0" y="561951"/>
            <a:ext cx="11140904" cy="6069471"/>
          </a:xfrm>
        </p:spPr>
        <p:txBody>
          <a:bodyPr/>
          <a:lstStyle/>
          <a:p>
            <a:r>
              <a:rPr lang="de-DE" dirty="0"/>
              <a:t>Bild durch klick auf das Symbol hinzufügen und in den Hintergrund verschieben.</a:t>
            </a:r>
          </a:p>
          <a:p>
            <a:endParaRPr lang="de-DE" dirty="0"/>
          </a:p>
          <a:p>
            <a:endParaRPr lang="de-DE" dirty="0"/>
          </a:p>
        </p:txBody>
      </p:sp>
      <p:grpSp>
        <p:nvGrpSpPr>
          <p:cNvPr id="18" name="Gruppieren 17"/>
          <p:cNvGrpSpPr/>
          <p:nvPr userDrawn="1"/>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7" name="Datumsplatzhalter 6"/>
          <p:cNvSpPr>
            <a:spLocks noGrp="1"/>
          </p:cNvSpPr>
          <p:nvPr>
            <p:ph type="dt" sz="half" idx="10"/>
          </p:nvPr>
        </p:nvSpPr>
        <p:spPr/>
        <p:txBody>
          <a:bodyPr/>
          <a:lstStyle/>
          <a:p>
            <a:fld id="{C9BAFDB5-3D8D-466A-9849-BDB04F0B17F7}" type="datetime1">
              <a:rPr lang="de-DE" smtClean="0"/>
              <a:t>14.03.2024</a:t>
            </a:fld>
            <a:endParaRPr lang="de-DE" dirty="0"/>
          </a:p>
        </p:txBody>
      </p:sp>
      <p:sp>
        <p:nvSpPr>
          <p:cNvPr id="8" name="Fußzeilenplatzhalter 7"/>
          <p:cNvSpPr>
            <a:spLocks noGrp="1"/>
          </p:cNvSpPr>
          <p:nvPr>
            <p:ph type="ftr" sz="quarter" idx="11"/>
          </p:nvPr>
        </p:nvSpPr>
        <p:spPr/>
        <p:txBody>
          <a:bodyPr/>
          <a:lstStyle/>
          <a:p>
            <a:r>
              <a:rPr lang="de-DE" dirty="0"/>
              <a:t>Präsentationsthema</a:t>
            </a:r>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6889"/>
            <a:ext cx="5751512" cy="707704"/>
          </a:xfrm>
          <a:solidFill>
            <a:srgbClr val="FFFFFF"/>
          </a:solidFill>
          <a:ln w="63500">
            <a:noFill/>
          </a:ln>
        </p:spPr>
        <p:txBody>
          <a:bodyPr/>
          <a:lstStyle>
            <a:lvl1pPr marL="0" indent="0">
              <a:buNone/>
              <a:defRPr sz="4800"/>
            </a:lvl1pPr>
          </a:lstStyle>
          <a:p>
            <a:pPr lvl="0"/>
            <a:r>
              <a:rPr lang="de-DE" dirty="0"/>
              <a:t>Thementitel</a:t>
            </a:r>
          </a:p>
        </p:txBody>
      </p:sp>
      <p:sp>
        <p:nvSpPr>
          <p:cNvPr id="15" name="Textplatzhalter 13"/>
          <p:cNvSpPr>
            <a:spLocks noGrp="1"/>
          </p:cNvSpPr>
          <p:nvPr>
            <p:ph type="body" sz="quarter" idx="14" hasCustomPrompt="1"/>
          </p:nvPr>
        </p:nvSpPr>
        <p:spPr>
          <a:xfrm>
            <a:off x="5389392" y="2714593"/>
            <a:ext cx="5751512" cy="711867"/>
          </a:xfrm>
          <a:solidFill>
            <a:srgbClr val="FFFFFF"/>
          </a:solidFill>
        </p:spPr>
        <p:txBody>
          <a:bodyPr/>
          <a:lstStyle>
            <a:lvl1pPr marL="0" indent="0">
              <a:buNone/>
              <a:defRPr sz="2000" i="1"/>
            </a:lvl1pPr>
          </a:lstStyle>
          <a:p>
            <a:pPr lvl="0"/>
            <a:r>
              <a:rPr lang="de-DE" dirty="0"/>
              <a:t>Themenbeschreibung</a:t>
            </a:r>
          </a:p>
        </p:txBody>
      </p:sp>
      <p:sp>
        <p:nvSpPr>
          <p:cNvPr id="17" name="Textplatzhalter 16"/>
          <p:cNvSpPr>
            <a:spLocks noGrp="1"/>
          </p:cNvSpPr>
          <p:nvPr>
            <p:ph type="body" sz="quarter" idx="15" hasCustomPrompt="1"/>
          </p:nvPr>
        </p:nvSpPr>
        <p:spPr>
          <a:xfrm>
            <a:off x="3949046" y="1997710"/>
            <a:ext cx="1219200" cy="1123950"/>
          </a:xfrm>
          <a:solidFill>
            <a:srgbClr val="FFFFFF"/>
          </a:solidFill>
          <a:ln w="63500">
            <a:solidFill>
              <a:schemeClr val="tx1"/>
            </a:solidFill>
          </a:ln>
        </p:spPr>
        <p:txBody>
          <a:bodyPr/>
          <a:lstStyle>
            <a:lvl1pPr marL="0" indent="0">
              <a:buNone/>
              <a:defRPr sz="7200" b="1"/>
            </a:lvl1pPr>
          </a:lstStyle>
          <a:p>
            <a:pPr lvl="0"/>
            <a:r>
              <a:rPr lang="de-DE" dirty="0"/>
              <a:t>01</a:t>
            </a:r>
          </a:p>
        </p:txBody>
      </p:sp>
    </p:spTree>
    <p:extLst>
      <p:ext uri="{BB962C8B-B14F-4D97-AF65-F5344CB8AC3E}">
        <p14:creationId xmlns:p14="http://schemas.microsoft.com/office/powerpoint/2010/main" val="2786703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foli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EE6B0DF4-9D6B-4CDB-97A0-C9570C62FA77}" type="datetime1">
              <a:rPr lang="de-DE" smtClean="0"/>
              <a:t>14.03.2024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1985963"/>
            <a:ext cx="11495753" cy="3602037"/>
          </a:xfrm>
        </p:spPr>
        <p:txBody>
          <a:bodyPr>
            <a:normAutofit/>
          </a:bodyPr>
          <a:lstStyle>
            <a:lvl1pPr>
              <a:defRPr sz="2400"/>
            </a:lvl1pPr>
          </a:lstStyle>
          <a:p>
            <a:pPr lvl="0"/>
            <a:r>
              <a:rPr lang="de-DE" dirty="0"/>
              <a:t>Formatvorlagen des Textmasters bearbeiten</a:t>
            </a:r>
          </a:p>
        </p:txBody>
      </p:sp>
    </p:spTree>
    <p:extLst>
      <p:ext uri="{BB962C8B-B14F-4D97-AF65-F5344CB8AC3E}">
        <p14:creationId xmlns:p14="http://schemas.microsoft.com/office/powerpoint/2010/main" val="1208939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folie_Zwei_Spalt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49B7AE18-FA3D-4C6C-87A7-F7D224EBB6B4}" type="datetime1">
              <a:rPr lang="de-DE" smtClean="0"/>
              <a:t>14.03.2024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51" y="2706688"/>
            <a:ext cx="5001902" cy="2881312"/>
          </a:xfrm>
        </p:spPr>
        <p:txBody>
          <a:bodyPr>
            <a:normAutofit/>
          </a:bodyPr>
          <a:lstStyle>
            <a:lvl1pPr>
              <a:defRPr sz="2400"/>
            </a:lvl1pPr>
          </a:lstStyle>
          <a:p>
            <a:pPr lvl="0"/>
            <a:r>
              <a:rPr lang="de-DE" dirty="0"/>
              <a:t>Formatvorlagen des Textmasters bearbeiten</a:t>
            </a:r>
          </a:p>
        </p:txBody>
      </p:sp>
      <p:sp>
        <p:nvSpPr>
          <p:cNvPr id="12" name="Textplatzhalter 12"/>
          <p:cNvSpPr>
            <a:spLocks noGrp="1"/>
          </p:cNvSpPr>
          <p:nvPr>
            <p:ph type="body" sz="quarter" idx="15"/>
          </p:nvPr>
        </p:nvSpPr>
        <p:spPr>
          <a:xfrm>
            <a:off x="6810375" y="2706688"/>
            <a:ext cx="5047328" cy="2916138"/>
          </a:xfrm>
        </p:spPr>
        <p:txBody>
          <a:bodyPr>
            <a:normAutofit/>
          </a:bodyPr>
          <a:lstStyle>
            <a:lvl1pPr>
              <a:defRPr sz="2400"/>
            </a:lvl1pPr>
            <a:lvl2pPr>
              <a:defRPr sz="2200"/>
            </a:lvl2pPr>
            <a:lvl3pPr>
              <a:defRPr sz="2200"/>
            </a:lvl3pPr>
            <a:lvl4pPr>
              <a:defRPr sz="2200"/>
            </a:lvl4pPr>
            <a:lvl5pPr>
              <a:defRPr sz="2200"/>
            </a:lvl5pPr>
          </a:lstStyle>
          <a:p>
            <a:pPr lvl="0"/>
            <a:r>
              <a:rPr lang="de-DE" dirty="0"/>
              <a:t>Formatvorlagen des Textmasters bearbeiten</a:t>
            </a:r>
          </a:p>
        </p:txBody>
      </p:sp>
      <p:sp>
        <p:nvSpPr>
          <p:cNvPr id="14" name="Textplatzhalter 13"/>
          <p:cNvSpPr>
            <a:spLocks noGrp="1"/>
          </p:cNvSpPr>
          <p:nvPr>
            <p:ph type="body" sz="quarter" idx="16" hasCustomPrompt="1"/>
          </p:nvPr>
        </p:nvSpPr>
        <p:spPr>
          <a:xfrm>
            <a:off x="6810374" y="1981200"/>
            <a:ext cx="5046664" cy="725488"/>
          </a:xfrm>
        </p:spPr>
        <p:txBody>
          <a:bodyPr/>
          <a:lstStyle>
            <a:lvl1pPr marL="0" indent="0">
              <a:buNone/>
              <a:defRPr sz="2200" b="1" baseline="0"/>
            </a:lvl1pPr>
          </a:lstStyle>
          <a:p>
            <a:pPr lvl="0"/>
            <a:r>
              <a:rPr lang="de-DE" dirty="0"/>
              <a:t>Optional kann hier eine zweite Überschrift eingefügt werden.</a:t>
            </a:r>
          </a:p>
        </p:txBody>
      </p:sp>
      <p:sp>
        <p:nvSpPr>
          <p:cNvPr id="15" name="Textplatzhalter 13"/>
          <p:cNvSpPr>
            <a:spLocks noGrp="1"/>
          </p:cNvSpPr>
          <p:nvPr>
            <p:ph type="body" sz="quarter" idx="17" hasCustomPrompt="1"/>
          </p:nvPr>
        </p:nvSpPr>
        <p:spPr>
          <a:xfrm>
            <a:off x="336445" y="1992314"/>
            <a:ext cx="5027407" cy="714373"/>
          </a:xfrm>
        </p:spPr>
        <p:txBody>
          <a:bodyPr/>
          <a:lstStyle>
            <a:lvl1pPr marL="0" indent="0">
              <a:buNone/>
              <a:defRPr sz="2200" b="1" baseline="0"/>
            </a:lvl1pPr>
          </a:lstStyle>
          <a:p>
            <a:pPr lvl="0"/>
            <a:r>
              <a:rPr lang="de-DE" dirty="0"/>
              <a:t>Optional kann hier eine zweite Überschrift eingefügt werden.</a:t>
            </a:r>
          </a:p>
        </p:txBody>
      </p:sp>
    </p:spTree>
    <p:extLst>
      <p:ext uri="{BB962C8B-B14F-4D97-AF65-F5344CB8AC3E}">
        <p14:creationId xmlns:p14="http://schemas.microsoft.com/office/powerpoint/2010/main" val="3510658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folie_mit_Bild">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703DF2EA-616A-4F49-A635-283653D9B8E0}" type="datetime1">
              <a:rPr lang="de-DE" smtClean="0"/>
              <a:t>14.03.2024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7181851"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1985963"/>
            <a:ext cx="7181851" cy="3602037"/>
          </a:xfrm>
        </p:spPr>
        <p:txBody>
          <a:bodyPr/>
          <a:lstStyle>
            <a:lvl1pPr>
              <a:defRPr sz="2400"/>
            </a:lvl1pPr>
          </a:lstStyle>
          <a:p>
            <a:pPr lvl="0"/>
            <a:r>
              <a:rPr lang="de-DE" dirty="0"/>
              <a:t>Formatvorlagen des Textmasters bearbeiten</a:t>
            </a:r>
          </a:p>
        </p:txBody>
      </p:sp>
      <p:sp>
        <p:nvSpPr>
          <p:cNvPr id="12" name="Bildplatzhalter 11"/>
          <p:cNvSpPr>
            <a:spLocks noGrp="1"/>
          </p:cNvSpPr>
          <p:nvPr>
            <p:ph type="pic" sz="quarter" idx="15"/>
          </p:nvPr>
        </p:nvSpPr>
        <p:spPr>
          <a:xfrm>
            <a:off x="7552150" y="549275"/>
            <a:ext cx="4628738" cy="2606040"/>
          </a:xfrm>
        </p:spPr>
        <p:txBody>
          <a:bodyPr/>
          <a:lstStyle/>
          <a:p>
            <a:endParaRPr lang="de-DE" dirty="0"/>
          </a:p>
        </p:txBody>
      </p:sp>
      <p:sp>
        <p:nvSpPr>
          <p:cNvPr id="14" name="Bildplatzhalter 11"/>
          <p:cNvSpPr>
            <a:spLocks noGrp="1"/>
          </p:cNvSpPr>
          <p:nvPr>
            <p:ph type="pic" sz="quarter" idx="16"/>
          </p:nvPr>
        </p:nvSpPr>
        <p:spPr>
          <a:xfrm>
            <a:off x="7552150" y="3439042"/>
            <a:ext cx="4628738" cy="2606040"/>
          </a:xfrm>
        </p:spPr>
        <p:txBody>
          <a:bodyPr/>
          <a:lstStyle/>
          <a:p>
            <a:endParaRPr lang="de-DE" dirty="0"/>
          </a:p>
        </p:txBody>
      </p:sp>
    </p:spTree>
    <p:extLst>
      <p:ext uri="{BB962C8B-B14F-4D97-AF65-F5344CB8AC3E}">
        <p14:creationId xmlns:p14="http://schemas.microsoft.com/office/powerpoint/2010/main" val="568811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mit_Bild_quer">
    <p:spTree>
      <p:nvGrpSpPr>
        <p:cNvPr id="1" name=""/>
        <p:cNvGrpSpPr/>
        <p:nvPr/>
      </p:nvGrpSpPr>
      <p:grpSpPr>
        <a:xfrm>
          <a:off x="0" y="0"/>
          <a:ext cx="0" cy="0"/>
          <a:chOff x="0" y="0"/>
          <a:chExt cx="0" cy="0"/>
        </a:xfrm>
      </p:grpSpPr>
      <p:sp>
        <p:nvSpPr>
          <p:cNvPr id="12" name="Bildplatzhalter 11"/>
          <p:cNvSpPr>
            <a:spLocks noGrp="1"/>
          </p:cNvSpPr>
          <p:nvPr>
            <p:ph type="pic" sz="quarter" idx="15" hasCustomPrompt="1"/>
          </p:nvPr>
        </p:nvSpPr>
        <p:spPr>
          <a:xfrm>
            <a:off x="0" y="1"/>
            <a:ext cx="12192000" cy="2709884"/>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2729922"/>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7371A257-B4BD-49B9-8C71-F79D07B630C8}" type="datetime1">
              <a:rPr lang="de-DE" smtClean="0"/>
              <a:t>14.03.2024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3440846"/>
            <a:ext cx="7181851" cy="712054"/>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4152899"/>
            <a:ext cx="11495089" cy="2159021"/>
          </a:xfrm>
        </p:spPr>
        <p:txBody>
          <a:bodyPr numCol="2" spcCol="0">
            <a:normAutofit/>
          </a:bodyPr>
          <a:lstStyle>
            <a:lvl1pPr>
              <a:defRPr sz="2400"/>
            </a:lvl1pPr>
            <a:lvl2pPr>
              <a:defRPr/>
            </a:lvl2pPr>
            <a:lvl4pPr>
              <a:defRPr/>
            </a:lvl4pPr>
          </a:lstStyle>
          <a:p>
            <a:pPr lvl="0"/>
            <a:r>
              <a:rPr lang="de-DE" dirty="0"/>
              <a:t>Formatvorlagen des Textmasters bearbeiten</a:t>
            </a:r>
          </a:p>
        </p:txBody>
      </p:sp>
    </p:spTree>
    <p:extLst>
      <p:ext uri="{BB962C8B-B14F-4D97-AF65-F5344CB8AC3E}">
        <p14:creationId xmlns:p14="http://schemas.microsoft.com/office/powerpoint/2010/main" val="3610325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bbildungsseite_Vollbild">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25890B50-E583-4F9A-9F5C-F8632A40B7F9}" type="datetime1">
              <a:rPr lang="de-DE" smtClean="0"/>
              <a:t>14.03.2024</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35486292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bbildungsseite_mit_Erklärung">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E865C805-59C9-447E-AC16-D3DD7FBB636D}" type="datetime1">
              <a:rPr lang="de-DE" smtClean="0"/>
              <a:t>14.03.2024</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Textplatzhalter 9"/>
          <p:cNvSpPr>
            <a:spLocks noGrp="1"/>
          </p:cNvSpPr>
          <p:nvPr>
            <p:ph type="body" sz="quarter" idx="14"/>
          </p:nvPr>
        </p:nvSpPr>
        <p:spPr>
          <a:xfrm>
            <a:off x="334963" y="4895850"/>
            <a:ext cx="11522075" cy="692150"/>
          </a:xfrm>
        </p:spPr>
        <p:txBody>
          <a:bodyPr>
            <a:normAutofit/>
          </a:bodyPr>
          <a:lstStyle>
            <a:lvl1pPr marL="0" indent="0">
              <a:buNone/>
              <a:defRPr sz="2200" i="1"/>
            </a:lvl1pPr>
          </a:lstStyle>
          <a:p>
            <a:pPr lvl="0"/>
            <a:r>
              <a:rPr lang="de-DE" dirty="0"/>
              <a:t>Formatvorlagen des Textmasters bearbeiten</a:t>
            </a:r>
          </a:p>
        </p:txBody>
      </p:sp>
    </p:spTree>
    <p:extLst>
      <p:ext uri="{BB962C8B-B14F-4D97-AF65-F5344CB8AC3E}">
        <p14:creationId xmlns:p14="http://schemas.microsoft.com/office/powerpoint/2010/main" val="545029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43143C5F-7DED-4B57-9F55-B801BE6EA299}" type="datetime1">
              <a:rPr lang="de-DE" smtClean="0"/>
              <a:t>14.03.2024</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Bildplatzhalter 10"/>
          <p:cNvSpPr>
            <a:spLocks noGrp="1"/>
          </p:cNvSpPr>
          <p:nvPr>
            <p:ph type="pic" sz="quarter" idx="14" hasCustomPrompt="1"/>
          </p:nvPr>
        </p:nvSpPr>
        <p:spPr>
          <a:xfrm>
            <a:off x="6096000"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4328882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5D1B84DE-ED62-4170-B17A-A12B89CD8221}" type="datetime1">
              <a:rPr lang="de-DE" smtClean="0"/>
              <a:t>14.03.2024</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a:t>
            </a:r>
          </a:p>
        </p:txBody>
      </p:sp>
      <p:sp>
        <p:nvSpPr>
          <p:cNvPr id="10" name="Bildplatzhalter 10"/>
          <p:cNvSpPr>
            <a:spLocks noGrp="1"/>
          </p:cNvSpPr>
          <p:nvPr>
            <p:ph type="pic" sz="quarter" idx="14" hasCustomPrompt="1"/>
          </p:nvPr>
        </p:nvSpPr>
        <p:spPr>
          <a:xfrm>
            <a:off x="6096000"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a:t>
            </a:r>
          </a:p>
        </p:txBody>
      </p:sp>
      <p:sp>
        <p:nvSpPr>
          <p:cNvPr id="12" name="Textplatzhalter 11"/>
          <p:cNvSpPr>
            <a:spLocks noGrp="1"/>
          </p:cNvSpPr>
          <p:nvPr>
            <p:ph type="body" sz="quarter" idx="15"/>
          </p:nvPr>
        </p:nvSpPr>
        <p:spPr>
          <a:xfrm>
            <a:off x="334963" y="4867275"/>
            <a:ext cx="5761037" cy="733425"/>
          </a:xfrm>
        </p:spPr>
        <p:txBody>
          <a:bodyPr>
            <a:normAutofit/>
          </a:bodyPr>
          <a:lstStyle>
            <a:lvl1pPr marL="0" indent="0">
              <a:buNone/>
              <a:defRPr sz="2200" i="1"/>
            </a:lvl1pPr>
          </a:lstStyle>
          <a:p>
            <a:pPr lvl="0"/>
            <a:r>
              <a:rPr lang="de-DE" dirty="0"/>
              <a:t>Formatvorlagen des Textmasters</a:t>
            </a:r>
          </a:p>
        </p:txBody>
      </p:sp>
      <p:sp>
        <p:nvSpPr>
          <p:cNvPr id="13" name="Textplatzhalter 11"/>
          <p:cNvSpPr>
            <a:spLocks noGrp="1"/>
          </p:cNvSpPr>
          <p:nvPr>
            <p:ph type="body" sz="quarter" idx="16"/>
          </p:nvPr>
        </p:nvSpPr>
        <p:spPr>
          <a:xfrm>
            <a:off x="6095999" y="4867275"/>
            <a:ext cx="5761037" cy="733425"/>
          </a:xfrm>
        </p:spPr>
        <p:txBody>
          <a:bodyPr>
            <a:normAutofit/>
          </a:bodyPr>
          <a:lstStyle>
            <a:lvl1pPr marL="0" indent="0">
              <a:buNone/>
              <a:defRPr sz="2200" i="1"/>
            </a:lvl1pPr>
          </a:lstStyle>
          <a:p>
            <a:pPr lvl="0"/>
            <a:r>
              <a:rPr lang="de-DE" dirty="0"/>
              <a:t>Formatvorlagen des Textmasters</a:t>
            </a:r>
          </a:p>
        </p:txBody>
      </p:sp>
    </p:spTree>
    <p:extLst>
      <p:ext uri="{BB962C8B-B14F-4D97-AF65-F5344CB8AC3E}">
        <p14:creationId xmlns:p14="http://schemas.microsoft.com/office/powerpoint/2010/main" val="1268667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itat_Weiß">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8ADFA7FF-7089-4E48-98BE-85BF99ED458D}" type="datetime1">
              <a:rPr lang="de-DE" smtClean="0"/>
              <a:t>14.03.2024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1249363"/>
            <a:ext cx="8686800" cy="2865437"/>
          </a:xfrm>
        </p:spPr>
        <p:txBody>
          <a:bodyPr>
            <a:noAutofit/>
          </a:bodyPr>
          <a:lstStyle>
            <a:lvl1pPr marL="0" indent="0">
              <a:buNone/>
              <a:defRPr sz="7200" baseline="0">
                <a:solidFill>
                  <a:schemeClr val="accent2"/>
                </a:solidFill>
              </a:defRPr>
            </a:lvl1pPr>
          </a:lstStyle>
          <a:p>
            <a:pPr lvl="0"/>
            <a:r>
              <a:rPr lang="de-DE" dirty="0"/>
              <a:t>„Hier kann ein Zitat eingefügt werden.“</a:t>
            </a:r>
          </a:p>
        </p:txBody>
      </p:sp>
      <p:sp>
        <p:nvSpPr>
          <p:cNvPr id="15" name="Textplatzhalter 14"/>
          <p:cNvSpPr>
            <a:spLocks noGrp="1"/>
          </p:cNvSpPr>
          <p:nvPr>
            <p:ph type="body" sz="quarter" idx="14" hasCustomPrompt="1"/>
          </p:nvPr>
        </p:nvSpPr>
        <p:spPr>
          <a:xfrm>
            <a:off x="1768475" y="4876800"/>
            <a:ext cx="8686800" cy="701675"/>
          </a:xfrm>
        </p:spPr>
        <p:txBody>
          <a:bodyPr>
            <a:normAutofit/>
          </a:bodyPr>
          <a:lstStyle>
            <a:lvl1pPr marL="0" indent="0">
              <a:buNone/>
              <a:defRPr sz="2000" i="1" baseline="0"/>
            </a:lvl1pPr>
          </a:lstStyle>
          <a:p>
            <a:pPr lvl="0"/>
            <a:r>
              <a:rPr lang="de-DE" dirty="0"/>
              <a:t>– Hier wird die zitierte Person aufgeführt.</a:t>
            </a:r>
          </a:p>
        </p:txBody>
      </p:sp>
    </p:spTree>
    <p:extLst>
      <p:ext uri="{BB962C8B-B14F-4D97-AF65-F5344CB8AC3E}">
        <p14:creationId xmlns:p14="http://schemas.microsoft.com/office/powerpoint/2010/main" val="7742395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Zitat_Blau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sp>
        <p:nvSpPr>
          <p:cNvPr id="5" name="Datumsplatzhalter 4"/>
          <p:cNvSpPr>
            <a:spLocks noGrp="1"/>
          </p:cNvSpPr>
          <p:nvPr>
            <p:ph type="dt" sz="half" idx="10"/>
          </p:nvPr>
        </p:nvSpPr>
        <p:spPr/>
        <p:txBody>
          <a:bodyPr/>
          <a:lstStyle/>
          <a:p>
            <a:fld id="{E59FF18C-A25A-4E85-BD71-DA8789E0546F}" type="datetime1">
              <a:rPr lang="de-DE" smtClean="0"/>
              <a:t>14.03.2024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38438"/>
            <a:ext cx="8686800" cy="2865437"/>
          </a:xfrm>
        </p:spPr>
        <p:txBody>
          <a:bodyPr>
            <a:noAutofit/>
          </a:bodyPr>
          <a:lstStyle>
            <a:lvl1pPr marL="0" indent="0">
              <a:buNone/>
              <a:defRPr sz="7200" baseline="0">
                <a:solidFill>
                  <a:schemeClr val="accent2"/>
                </a:solidFill>
              </a:defRPr>
            </a:lvl1pPr>
          </a:lstStyle>
          <a:p>
            <a:pPr lvl="0"/>
            <a:r>
              <a:rPr lang="de-DE" dirty="0"/>
              <a:t>„Hier kann ein Zitat eingefügt werden.“</a:t>
            </a:r>
          </a:p>
        </p:txBody>
      </p:sp>
      <p:sp>
        <p:nvSpPr>
          <p:cNvPr id="15" name="Textplatzhalter 14"/>
          <p:cNvSpPr>
            <a:spLocks noGrp="1"/>
          </p:cNvSpPr>
          <p:nvPr>
            <p:ph type="body" sz="quarter" idx="14" hasCustomPrompt="1"/>
          </p:nvPr>
        </p:nvSpPr>
        <p:spPr>
          <a:xfrm>
            <a:off x="1768475" y="5607050"/>
            <a:ext cx="8686800" cy="701675"/>
          </a:xfrm>
        </p:spPr>
        <p:txBody>
          <a:bodyPr>
            <a:normAutofit/>
          </a:bodyPr>
          <a:lstStyle>
            <a:lvl1pPr marL="0" indent="0">
              <a:buNone/>
              <a:defRPr sz="2000" i="1" baseline="0"/>
            </a:lvl1pPr>
          </a:lstStyle>
          <a:p>
            <a:pPr lvl="0"/>
            <a:r>
              <a:rPr lang="de-DE" dirty="0"/>
              <a:t>– Hier wird die zitierte Person aufgeführt.</a:t>
            </a:r>
          </a:p>
        </p:txBody>
      </p:sp>
      <p:sp>
        <p:nvSpPr>
          <p:cNvPr id="3" name="Bildplatzhalter 2"/>
          <p:cNvSpPr>
            <a:spLocks noGrp="1"/>
          </p:cNvSpPr>
          <p:nvPr>
            <p:ph type="pic" sz="quarter" idx="15" hasCustomPrompt="1"/>
          </p:nvPr>
        </p:nvSpPr>
        <p:spPr>
          <a:xfrm>
            <a:off x="0" y="0"/>
            <a:ext cx="12180888" cy="350996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1018380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ahl_mit_Erklärung">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0B5D481-2576-4099-B2C9-258619686BD9}" type="datetime1">
              <a:rPr lang="de-DE" smtClean="0"/>
              <a:t>14.03.2024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13703"/>
            <a:ext cx="8686800" cy="1401097"/>
          </a:xfrm>
        </p:spPr>
        <p:txBody>
          <a:bodyPr>
            <a:noAutofit/>
          </a:bodyPr>
          <a:lstStyle>
            <a:lvl1pPr marL="0" indent="0" algn="ctr">
              <a:buNone/>
              <a:defRPr sz="7200" b="1" baseline="0">
                <a:solidFill>
                  <a:schemeClr val="accent2"/>
                </a:solidFill>
              </a:defRPr>
            </a:lvl1pPr>
          </a:lstStyle>
          <a:p>
            <a:pPr lvl="0"/>
            <a:r>
              <a:rPr lang="de-DE" dirty="0"/>
              <a:t>83.200.000,24</a:t>
            </a:r>
          </a:p>
        </p:txBody>
      </p:sp>
      <p:sp>
        <p:nvSpPr>
          <p:cNvPr id="15" name="Textplatzhalter 14"/>
          <p:cNvSpPr>
            <a:spLocks noGrp="1"/>
          </p:cNvSpPr>
          <p:nvPr>
            <p:ph type="body" sz="quarter" idx="14" hasCustomPrompt="1"/>
          </p:nvPr>
        </p:nvSpPr>
        <p:spPr>
          <a:xfrm>
            <a:off x="1768475" y="4149626"/>
            <a:ext cx="8686800" cy="1428849"/>
          </a:xfrm>
        </p:spPr>
        <p:txBody>
          <a:bodyPr>
            <a:normAutofit/>
          </a:bodyPr>
          <a:lstStyle>
            <a:lvl1pPr marL="0" indent="0" algn="ctr">
              <a:buNone/>
              <a:defRPr sz="2000" i="1" baseline="0"/>
            </a:lvl1pPr>
          </a:lstStyle>
          <a:p>
            <a:pPr lvl="0"/>
            <a:r>
              <a:rPr lang="de-DE" dirty="0"/>
              <a:t>Hier kann sich eine Erklärung zu der Zahl befinden.</a:t>
            </a:r>
          </a:p>
        </p:txBody>
      </p:sp>
    </p:spTree>
    <p:extLst>
      <p:ext uri="{BB962C8B-B14F-4D97-AF65-F5344CB8AC3E}">
        <p14:creationId xmlns:p14="http://schemas.microsoft.com/office/powerpoint/2010/main" val="33521732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ahl_Erklärung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B675D297-4DC4-46BE-A465-23DDBFC4C257}" type="datetime1">
              <a:rPr lang="de-DE" smtClean="0"/>
              <a:t>14.03.2024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3447128"/>
            <a:ext cx="8686800" cy="1401097"/>
          </a:xfrm>
        </p:spPr>
        <p:txBody>
          <a:bodyPr>
            <a:noAutofit/>
          </a:bodyPr>
          <a:lstStyle>
            <a:lvl1pPr marL="0" indent="0" algn="ctr">
              <a:buNone/>
              <a:defRPr sz="7200" b="1" baseline="0">
                <a:solidFill>
                  <a:schemeClr val="accent2"/>
                </a:solidFill>
              </a:defRPr>
            </a:lvl1pPr>
          </a:lstStyle>
          <a:p>
            <a:pPr lvl="0"/>
            <a:r>
              <a:rPr lang="de-DE" dirty="0"/>
              <a:t>83.200.000,24</a:t>
            </a:r>
          </a:p>
        </p:txBody>
      </p:sp>
      <p:sp>
        <p:nvSpPr>
          <p:cNvPr id="15" name="Textplatzhalter 14"/>
          <p:cNvSpPr>
            <a:spLocks noGrp="1"/>
          </p:cNvSpPr>
          <p:nvPr>
            <p:ph type="body" sz="quarter" idx="14" hasCustomPrompt="1"/>
          </p:nvPr>
        </p:nvSpPr>
        <p:spPr>
          <a:xfrm>
            <a:off x="1768475" y="4883051"/>
            <a:ext cx="8686800" cy="1428849"/>
          </a:xfrm>
        </p:spPr>
        <p:txBody>
          <a:bodyPr>
            <a:normAutofit/>
          </a:bodyPr>
          <a:lstStyle>
            <a:lvl1pPr marL="0" indent="0" algn="ctr">
              <a:buNone/>
              <a:defRPr sz="2000" i="1" baseline="0"/>
            </a:lvl1pPr>
          </a:lstStyle>
          <a:p>
            <a:pPr lvl="0"/>
            <a:r>
              <a:rPr lang="de-DE" dirty="0"/>
              <a:t>Hier kann sich eine Erklärung zu der Zahl befinden.</a:t>
            </a:r>
          </a:p>
        </p:txBody>
      </p:sp>
      <p:sp>
        <p:nvSpPr>
          <p:cNvPr id="3" name="Bildplatzhalter 2"/>
          <p:cNvSpPr>
            <a:spLocks noGrp="1"/>
          </p:cNvSpPr>
          <p:nvPr>
            <p:ph type="pic" sz="quarter" idx="15" hasCustomPrompt="1"/>
          </p:nvPr>
        </p:nvSpPr>
        <p:spPr>
          <a:xfrm>
            <a:off x="0" y="0"/>
            <a:ext cx="12192000" cy="3932238"/>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26549207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m">
    <p:spTree>
      <p:nvGrpSpPr>
        <p:cNvPr id="1" name=""/>
        <p:cNvGrpSpPr/>
        <p:nvPr/>
      </p:nvGrpSpPr>
      <p:grpSpPr>
        <a:xfrm>
          <a:off x="0" y="0"/>
          <a:ext cx="0" cy="0"/>
          <a:chOff x="0" y="0"/>
          <a:chExt cx="0" cy="0"/>
        </a:xfrm>
      </p:grpSpPr>
      <p:pic>
        <p:nvPicPr>
          <p:cNvPr id="23" name="Grafik 22"/>
          <p:cNvPicPr>
            <a:picLocks noChangeAspect="1"/>
          </p:cNvPicPr>
          <p:nvPr userDrawn="1"/>
        </p:nvPicPr>
        <p:blipFill>
          <a:blip r:embed="rId2"/>
          <a:stretch>
            <a:fillRect/>
          </a:stretch>
        </p:blipFill>
        <p:spPr>
          <a:xfrm>
            <a:off x="-529" y="6070354"/>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7EBD2F8-3758-4848-936D-B687B1995CF5}" type="datetime1">
              <a:rPr lang="de-DE" smtClean="0"/>
              <a:t>14.03.2024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 Erläuterung"/>
          <p:cNvSpPr>
            <a:spLocks noGrp="1"/>
          </p:cNvSpPr>
          <p:nvPr>
            <p:ph type="body" sz="quarter" idx="13" hasCustomPrompt="1"/>
          </p:nvPr>
        </p:nvSpPr>
        <p:spPr>
          <a:xfrm>
            <a:off x="362422" y="1295857"/>
            <a:ext cx="11494616" cy="685344"/>
          </a:xfrm>
        </p:spPr>
        <p:txBody>
          <a:bodyPr>
            <a:noAutofit/>
          </a:bodyPr>
          <a:lstStyle>
            <a:lvl1pPr marL="0" indent="0">
              <a:buNone/>
              <a:defRPr sz="2400" i="1"/>
            </a:lvl1pPr>
          </a:lstStyle>
          <a:p>
            <a:r>
              <a:rPr lang="de-DE" dirty="0"/>
              <a:t>Hier ist Platz für einen erklärenden Text. Um ein anderes Diagramm anzulegen, klicken Sie mit </a:t>
            </a:r>
            <a:r>
              <a:rPr lang="de-DE" b="1" dirty="0"/>
              <a:t>Rechtsklick</a:t>
            </a:r>
            <a:r>
              <a:rPr lang="de-DE" dirty="0"/>
              <a:t> auf das Diagramm und wählen </a:t>
            </a:r>
            <a:r>
              <a:rPr lang="de-DE" b="1" dirty="0"/>
              <a:t>Diagrammtyp</a:t>
            </a:r>
            <a:r>
              <a:rPr lang="de-DE" dirty="0"/>
              <a:t> ändern.</a:t>
            </a:r>
          </a:p>
        </p:txBody>
      </p:sp>
      <p:sp>
        <p:nvSpPr>
          <p:cNvPr id="12" name="Titel 17"/>
          <p:cNvSpPr>
            <a:spLocks noGrp="1"/>
          </p:cNvSpPr>
          <p:nvPr>
            <p:ph type="title" hasCustomPrompt="1"/>
          </p:nvPr>
        </p:nvSpPr>
        <p:spPr>
          <a:xfrm>
            <a:off x="347893" y="549275"/>
            <a:ext cx="7173784" cy="700405"/>
          </a:xfrm>
        </p:spPr>
        <p:txBody>
          <a:bodyPr anchor="t" anchorCtr="0"/>
          <a:lstStyle>
            <a:lvl1pPr>
              <a:defRPr/>
            </a:lvl1pPr>
          </a:lstStyle>
          <a:p>
            <a:r>
              <a:rPr lang="de-DE" dirty="0"/>
              <a:t>Diagramm</a:t>
            </a:r>
          </a:p>
        </p:txBody>
      </p:sp>
      <p:sp>
        <p:nvSpPr>
          <p:cNvPr id="8" name="Textplatzhalter 7"/>
          <p:cNvSpPr>
            <a:spLocks noGrp="1"/>
          </p:cNvSpPr>
          <p:nvPr>
            <p:ph type="body" sz="quarter" idx="14" hasCustomPrompt="1"/>
          </p:nvPr>
        </p:nvSpPr>
        <p:spPr>
          <a:xfrm>
            <a:off x="8259762" y="2743199"/>
            <a:ext cx="3597275" cy="3527981"/>
          </a:xfrm>
        </p:spPr>
        <p:txBody>
          <a:bodyPr>
            <a:normAutofit/>
          </a:bodyPr>
          <a:lstStyle>
            <a:lvl1pPr>
              <a:defRPr sz="2200" baseline="0"/>
            </a:lvl1pPr>
          </a:lstStyle>
          <a:p>
            <a:pPr lvl="0"/>
            <a:r>
              <a:rPr lang="de-DE" dirty="0"/>
              <a:t>Hier können zusätzliche Informationen aufgelistet werden</a:t>
            </a:r>
          </a:p>
        </p:txBody>
      </p:sp>
    </p:spTree>
    <p:extLst>
      <p:ext uri="{BB962C8B-B14F-4D97-AF65-F5344CB8AC3E}">
        <p14:creationId xmlns:p14="http://schemas.microsoft.com/office/powerpoint/2010/main" val="1848640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abellenfoli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a:t>Tabelle</a:t>
            </a:r>
          </a:p>
        </p:txBody>
      </p:sp>
      <p:sp>
        <p:nvSpPr>
          <p:cNvPr id="3" name="Datumsplatzhalter 2"/>
          <p:cNvSpPr>
            <a:spLocks noGrp="1"/>
          </p:cNvSpPr>
          <p:nvPr>
            <p:ph type="dt" sz="half" idx="10"/>
          </p:nvPr>
        </p:nvSpPr>
        <p:spPr/>
        <p:txBody>
          <a:bodyPr/>
          <a:lstStyle/>
          <a:p>
            <a:fld id="{1A0B7B53-5BEF-46CB-AA4D-6ABE8D6DBF1A}" type="datetime1">
              <a:rPr lang="de-DE" smtClean="0"/>
              <a:t>14.03.2024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39440406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ellenfolie_klassisch">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a:t>Tabelle</a:t>
            </a:r>
          </a:p>
        </p:txBody>
      </p:sp>
      <p:sp>
        <p:nvSpPr>
          <p:cNvPr id="3" name="Datumsplatzhalter 2"/>
          <p:cNvSpPr>
            <a:spLocks noGrp="1"/>
          </p:cNvSpPr>
          <p:nvPr>
            <p:ph type="dt" sz="half" idx="10"/>
          </p:nvPr>
        </p:nvSpPr>
        <p:spPr/>
        <p:txBody>
          <a:bodyPr/>
          <a:lstStyle/>
          <a:p>
            <a:fld id="{1A0B7B53-5BEF-46CB-AA4D-6ABE8D6DBF1A}" type="datetime1">
              <a:rPr lang="de-DE" smtClean="0"/>
              <a:t>14.03.2024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1339116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blauf Zeitstrahl">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09A41F59-D1B4-47FC-9829-347B78D65809}" type="datetime1">
              <a:rPr lang="de-DE" smtClean="0"/>
              <a:t>14.03.2024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9110456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Wochen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75A80F1E-E73D-4A41-9363-48042CF4C8E0}" type="datetime1">
              <a:rPr lang="de-DE" smtClean="0"/>
              <a:t>14.03.2024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6432735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onats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14.03.2024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7193933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14.03.2024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4842103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ufgabenblatt">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6B1CE842-6F89-4182-A9D8-84E9C2148958}" type="datetime1">
              <a:rPr lang="de-DE" smtClean="0"/>
              <a:t>14.03.2024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2732088"/>
            <a:ext cx="7934325" cy="3576637"/>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6" name="Textplatzhalter 44"/>
          <p:cNvSpPr>
            <a:spLocks noGrp="1"/>
          </p:cNvSpPr>
          <p:nvPr>
            <p:ph type="body" sz="quarter" idx="16" hasCustomPrompt="1"/>
          </p:nvPr>
        </p:nvSpPr>
        <p:spPr>
          <a:xfrm>
            <a:off x="334963" y="1270000"/>
            <a:ext cx="5757862" cy="741363"/>
          </a:xfrm>
        </p:spPr>
        <p:txBody>
          <a:bodyPr>
            <a:noAutofit/>
          </a:bodyPr>
          <a:lstStyle>
            <a:lvl1pPr marL="0" indent="0">
              <a:buNone/>
              <a:defRPr sz="4800" b="1" baseline="0"/>
            </a:lvl1pPr>
          </a:lstStyle>
          <a:p>
            <a:pPr lvl="0"/>
            <a:r>
              <a:rPr lang="de-DE" dirty="0"/>
              <a:t>Titel der Aufgabe</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Tree>
    <p:extLst>
      <p:ext uri="{BB962C8B-B14F-4D97-AF65-F5344CB8AC3E}">
        <p14:creationId xmlns:p14="http://schemas.microsoft.com/office/powerpoint/2010/main" val="31296598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ufgabenblatt_Fortsetzung">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C1E2B63B-BC06-4DE2-AB38-48B65140DEE2}" type="datetime1">
              <a:rPr lang="de-DE" smtClean="0"/>
              <a:t>14.03.2024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1277304"/>
            <a:ext cx="7197407" cy="5031421"/>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Tree>
    <p:extLst>
      <p:ext uri="{BB962C8B-B14F-4D97-AF65-F5344CB8AC3E}">
        <p14:creationId xmlns:p14="http://schemas.microsoft.com/office/powerpoint/2010/main" val="23667131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Ressourc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AD7474C8-E081-47A0-8148-238CC5CD1BDE}" type="datetime1">
              <a:rPr lang="de-DE" smtClean="0"/>
              <a:t>14.03.2024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1 Beschreibung"/>
          <p:cNvSpPr>
            <a:spLocks noGrp="1"/>
          </p:cNvSpPr>
          <p:nvPr>
            <p:ph type="body" sz="quarter" idx="14"/>
          </p:nvPr>
        </p:nvSpPr>
        <p:spPr>
          <a:xfrm>
            <a:off x="1115702" y="2718606"/>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3" name="T:1"/>
          <p:cNvSpPr>
            <a:spLocks noGrp="1"/>
          </p:cNvSpPr>
          <p:nvPr>
            <p:ph type="body" sz="quarter" idx="15"/>
          </p:nvPr>
        </p:nvSpPr>
        <p:spPr>
          <a:xfrm>
            <a:off x="1115701" y="2011014"/>
            <a:ext cx="4248150" cy="707592"/>
          </a:xfrm>
          <a:noFill/>
        </p:spPr>
        <p:txBody>
          <a:bodyPr>
            <a:normAutofit fontScale="92500" lnSpcReduction="10000"/>
          </a:bodyPr>
          <a:lstStyle>
            <a:lvl1pPr marL="0" indent="0">
              <a:buNone/>
              <a:defRPr b="1"/>
            </a:lvl1pPr>
          </a:lstStyle>
          <a:p>
            <a:r>
              <a:rPr lang="de-DE" dirty="0"/>
              <a:t>Ressource 1</a:t>
            </a:r>
          </a:p>
          <a:p>
            <a:endParaRPr lang="de-DE" dirty="0"/>
          </a:p>
        </p:txBody>
      </p:sp>
      <p:sp>
        <p:nvSpPr>
          <p:cNvPr id="14" name="T:1 Beschreibung"/>
          <p:cNvSpPr>
            <a:spLocks noGrp="1"/>
          </p:cNvSpPr>
          <p:nvPr>
            <p:ph type="body" sz="quarter" idx="16"/>
          </p:nvPr>
        </p:nvSpPr>
        <p:spPr>
          <a:xfrm>
            <a:off x="1115702"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5" name="T:1"/>
          <p:cNvSpPr>
            <a:spLocks noGrp="1"/>
          </p:cNvSpPr>
          <p:nvPr>
            <p:ph type="body" sz="quarter" idx="17" hasCustomPrompt="1"/>
          </p:nvPr>
        </p:nvSpPr>
        <p:spPr>
          <a:xfrm>
            <a:off x="1115701" y="4171370"/>
            <a:ext cx="4248150" cy="707592"/>
          </a:xfrm>
          <a:noFill/>
        </p:spPr>
        <p:txBody>
          <a:bodyPr>
            <a:normAutofit fontScale="92500" lnSpcReduction="10000"/>
          </a:bodyPr>
          <a:lstStyle>
            <a:lvl1pPr marL="0" indent="0">
              <a:buNone/>
              <a:defRPr b="1"/>
            </a:lvl1pPr>
          </a:lstStyle>
          <a:p>
            <a:r>
              <a:rPr lang="de-DE" dirty="0"/>
              <a:t>Ressource 3</a:t>
            </a:r>
          </a:p>
          <a:p>
            <a:endParaRPr lang="de-DE" dirty="0"/>
          </a:p>
        </p:txBody>
      </p:sp>
      <p:sp>
        <p:nvSpPr>
          <p:cNvPr id="16" name="T:1 Beschreibung"/>
          <p:cNvSpPr>
            <a:spLocks noGrp="1"/>
          </p:cNvSpPr>
          <p:nvPr>
            <p:ph type="body" sz="quarter" idx="18"/>
          </p:nvPr>
        </p:nvSpPr>
        <p:spPr>
          <a:xfrm>
            <a:off x="6144591"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7" name="T:1"/>
          <p:cNvSpPr>
            <a:spLocks noGrp="1"/>
          </p:cNvSpPr>
          <p:nvPr>
            <p:ph type="body" sz="quarter" idx="19" hasCustomPrompt="1"/>
          </p:nvPr>
        </p:nvSpPr>
        <p:spPr>
          <a:xfrm>
            <a:off x="6144590" y="4171370"/>
            <a:ext cx="4248150" cy="707592"/>
          </a:xfrm>
          <a:noFill/>
        </p:spPr>
        <p:txBody>
          <a:bodyPr>
            <a:normAutofit fontScale="92500" lnSpcReduction="10000"/>
          </a:bodyPr>
          <a:lstStyle>
            <a:lvl1pPr marL="0" indent="0">
              <a:buNone/>
              <a:defRPr b="1"/>
            </a:lvl1pPr>
          </a:lstStyle>
          <a:p>
            <a:r>
              <a:rPr lang="de-DE" dirty="0"/>
              <a:t>Ressource 4</a:t>
            </a:r>
          </a:p>
          <a:p>
            <a:endParaRPr lang="de-DE" dirty="0"/>
          </a:p>
        </p:txBody>
      </p:sp>
      <p:sp>
        <p:nvSpPr>
          <p:cNvPr id="18" name="T:1 Beschreibung"/>
          <p:cNvSpPr>
            <a:spLocks noGrp="1"/>
          </p:cNvSpPr>
          <p:nvPr>
            <p:ph type="body" sz="quarter" idx="20"/>
          </p:nvPr>
        </p:nvSpPr>
        <p:spPr>
          <a:xfrm>
            <a:off x="6144591" y="2718808"/>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9" name="T:1"/>
          <p:cNvSpPr>
            <a:spLocks noGrp="1"/>
          </p:cNvSpPr>
          <p:nvPr>
            <p:ph type="body" sz="quarter" idx="21" hasCustomPrompt="1"/>
          </p:nvPr>
        </p:nvSpPr>
        <p:spPr>
          <a:xfrm>
            <a:off x="6144590" y="2011216"/>
            <a:ext cx="4248150" cy="707592"/>
          </a:xfrm>
          <a:noFill/>
        </p:spPr>
        <p:txBody>
          <a:bodyPr>
            <a:normAutofit fontScale="92500" lnSpcReduction="10000"/>
          </a:bodyPr>
          <a:lstStyle>
            <a:lvl1pPr marL="0" indent="0">
              <a:buNone/>
              <a:defRPr b="1"/>
            </a:lvl1pPr>
          </a:lstStyle>
          <a:p>
            <a:r>
              <a:rPr lang="de-DE" dirty="0"/>
              <a:t>Ressource 2</a:t>
            </a:r>
          </a:p>
          <a:p>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Ressourcen</a:t>
            </a:r>
          </a:p>
        </p:txBody>
      </p:sp>
    </p:spTree>
    <p:extLst>
      <p:ext uri="{BB962C8B-B14F-4D97-AF65-F5344CB8AC3E}">
        <p14:creationId xmlns:p14="http://schemas.microsoft.com/office/powerpoint/2010/main" val="38377350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ell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1F0E6A95-0BE1-48C9-B3C7-390BA69C50FE}" type="datetime1">
              <a:rPr lang="de-DE" smtClean="0"/>
              <a:t>14.03.2024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Quellen</a:t>
            </a:r>
          </a:p>
        </p:txBody>
      </p:sp>
      <p:sp>
        <p:nvSpPr>
          <p:cNvPr id="21" name="T: Quellentext"/>
          <p:cNvSpPr>
            <a:spLocks noGrp="1"/>
          </p:cNvSpPr>
          <p:nvPr>
            <p:ph type="body" sz="quarter" idx="13" hasCustomPrompt="1"/>
          </p:nvPr>
        </p:nvSpPr>
        <p:spPr>
          <a:xfrm>
            <a:off x="345452" y="1992398"/>
            <a:ext cx="5018400" cy="4316326"/>
          </a:xfrm>
        </p:spPr>
        <p:txBody>
          <a:bodyPr>
            <a:normAutofit/>
          </a:bodyPr>
          <a:lstStyle>
            <a:lvl1pPr marL="71438" indent="-71438">
              <a:buNone/>
              <a:defRPr sz="1600"/>
            </a:lvl1pPr>
          </a:lstStyle>
          <a:p>
            <a:pPr marL="72000" indent="-468000">
              <a:spcAft>
                <a:spcPts val="600"/>
              </a:spcAft>
            </a:pPr>
            <a:r>
              <a:rPr lang="de-DE" baseline="30000" dirty="0"/>
              <a:t>1</a:t>
            </a:r>
            <a:r>
              <a:rPr lang="de-DE" dirty="0"/>
              <a:t> Name, Vorname (Erscheinungsjahr): Titel. Untertitel, Erscheinungsort.</a:t>
            </a:r>
          </a:p>
          <a:p>
            <a:pPr marL="72000" indent="-468000">
              <a:spcAft>
                <a:spcPts val="600"/>
              </a:spcAft>
            </a:pPr>
            <a:r>
              <a:rPr lang="de-DE" baseline="30000" dirty="0"/>
              <a:t>2</a:t>
            </a:r>
            <a:r>
              <a:rPr lang="de-DE" dirty="0"/>
              <a:t> Name, Vorname (Erscheinungsjahr): Titel. Untertitel, Erscheinungsort.</a:t>
            </a:r>
            <a:endParaRPr lang="de-DE" u="sng" dirty="0">
              <a:solidFill>
                <a:schemeClr val="tx2"/>
              </a:solidFill>
            </a:endParaRPr>
          </a:p>
        </p:txBody>
      </p:sp>
      <p:sp>
        <p:nvSpPr>
          <p:cNvPr id="4" name="Textplatzhalter 3"/>
          <p:cNvSpPr>
            <a:spLocks noGrp="1"/>
          </p:cNvSpPr>
          <p:nvPr>
            <p:ph type="body" sz="quarter" idx="14" hasCustomPrompt="1"/>
          </p:nvPr>
        </p:nvSpPr>
        <p:spPr>
          <a:xfrm>
            <a:off x="334963" y="1268498"/>
            <a:ext cx="5029200" cy="723900"/>
          </a:xfrm>
        </p:spPr>
        <p:txBody>
          <a:bodyPr/>
          <a:lstStyle>
            <a:lvl1pPr marL="0" indent="0">
              <a:buNone/>
              <a:defRPr/>
            </a:lvl1pPr>
          </a:lstStyle>
          <a:p>
            <a:pPr lvl="0"/>
            <a:r>
              <a:rPr lang="de-DE" dirty="0"/>
              <a:t>Buchquelle</a:t>
            </a:r>
          </a:p>
        </p:txBody>
      </p:sp>
      <p:sp>
        <p:nvSpPr>
          <p:cNvPr id="10" name="T: Quellentext"/>
          <p:cNvSpPr>
            <a:spLocks noGrp="1"/>
          </p:cNvSpPr>
          <p:nvPr>
            <p:ph type="body" sz="quarter" idx="15" hasCustomPrompt="1"/>
          </p:nvPr>
        </p:nvSpPr>
        <p:spPr>
          <a:xfrm>
            <a:off x="6115424" y="1992398"/>
            <a:ext cx="5018400" cy="4077214"/>
          </a:xfrm>
        </p:spPr>
        <p:txBody>
          <a:bodyPr>
            <a:normAutofit/>
          </a:bodyPr>
          <a:lstStyle>
            <a:lvl1pPr marL="177800" marR="0" indent="-1778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r>
              <a:rPr lang="de-DE" baseline="30000" dirty="0"/>
              <a:t>1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r>
              <a:rPr lang="de-DE" baseline="30000" dirty="0"/>
              <a:t>2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endParaRPr lang="de-DE" dirty="0"/>
          </a:p>
        </p:txBody>
      </p:sp>
      <p:sp>
        <p:nvSpPr>
          <p:cNvPr id="11" name="Textplatzhalter 3"/>
          <p:cNvSpPr>
            <a:spLocks noGrp="1"/>
          </p:cNvSpPr>
          <p:nvPr>
            <p:ph type="body" sz="quarter" idx="16" hasCustomPrompt="1"/>
          </p:nvPr>
        </p:nvSpPr>
        <p:spPr>
          <a:xfrm>
            <a:off x="6104935" y="1268498"/>
            <a:ext cx="5029200" cy="723900"/>
          </a:xfrm>
        </p:spPr>
        <p:txBody>
          <a:bodyPr/>
          <a:lstStyle>
            <a:lvl1pPr marL="0" indent="0">
              <a:buNone/>
              <a:defRPr/>
            </a:lvl1pPr>
          </a:lstStyle>
          <a:p>
            <a:pPr lvl="0"/>
            <a:r>
              <a:rPr lang="de-DE" dirty="0"/>
              <a:t>Abbildungen</a:t>
            </a:r>
          </a:p>
        </p:txBody>
      </p:sp>
    </p:spTree>
    <p:extLst>
      <p:ext uri="{BB962C8B-B14F-4D97-AF65-F5344CB8AC3E}">
        <p14:creationId xmlns:p14="http://schemas.microsoft.com/office/powerpoint/2010/main" val="37413612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grpSp>
        <p:nvGrpSpPr>
          <p:cNvPr id="6" name="Gruppieren 5"/>
          <p:cNvGrpSpPr/>
          <p:nvPr userDrawn="1"/>
        </p:nvGrpSpPr>
        <p:grpSpPr>
          <a:xfrm>
            <a:off x="-13606" y="532132"/>
            <a:ext cx="12205606" cy="6351728"/>
            <a:chOff x="-13606" y="532132"/>
            <a:chExt cx="12205606" cy="6351728"/>
          </a:xfrm>
        </p:grpSpPr>
        <p:sp>
          <p:nvSpPr>
            <p:cNvPr id="7" name="Freihandform 6"/>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3" name="Datumsplatzhalter 2"/>
          <p:cNvSpPr>
            <a:spLocks noGrp="1"/>
          </p:cNvSpPr>
          <p:nvPr>
            <p:ph type="dt" sz="half" idx="10"/>
          </p:nvPr>
        </p:nvSpPr>
        <p:spPr/>
        <p:txBody>
          <a:bodyPr/>
          <a:lstStyle/>
          <a:p>
            <a:fld id="{EA1F796F-474B-49D8-80F8-F810CDE790FA}" type="datetime1">
              <a:rPr lang="de-DE" smtClean="0"/>
              <a:t>14.03.2024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0" name="Textplatzhalter 12"/>
          <p:cNvSpPr>
            <a:spLocks noGrp="1"/>
          </p:cNvSpPr>
          <p:nvPr>
            <p:ph type="body" sz="quarter" idx="13" hasCustomPrompt="1"/>
          </p:nvPr>
        </p:nvSpPr>
        <p:spPr>
          <a:xfrm>
            <a:off x="1736725" y="2709863"/>
            <a:ext cx="8686800" cy="1455737"/>
          </a:xfrm>
        </p:spPr>
        <p:txBody>
          <a:bodyPr>
            <a:noAutofit/>
          </a:bodyPr>
          <a:lstStyle>
            <a:lvl1pPr marL="0" indent="0" algn="ctr">
              <a:buNone/>
              <a:defRPr sz="7200" b="1" baseline="0">
                <a:solidFill>
                  <a:schemeClr val="accent2"/>
                </a:solidFill>
              </a:defRPr>
            </a:lvl1pPr>
          </a:lstStyle>
          <a:p>
            <a:pPr lvl="0"/>
            <a:r>
              <a:rPr lang="de-DE" dirty="0"/>
              <a:t>VIELEN DANK!</a:t>
            </a:r>
          </a:p>
        </p:txBody>
      </p:sp>
    </p:spTree>
    <p:extLst>
      <p:ext uri="{BB962C8B-B14F-4D97-AF65-F5344CB8AC3E}">
        <p14:creationId xmlns:p14="http://schemas.microsoft.com/office/powerpoint/2010/main" val="350681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conpool">
    <p:spTree>
      <p:nvGrpSpPr>
        <p:cNvPr id="1" name=""/>
        <p:cNvGrpSpPr/>
        <p:nvPr/>
      </p:nvGrpSpPr>
      <p:grpSpPr>
        <a:xfrm>
          <a:off x="0" y="0"/>
          <a:ext cx="0" cy="0"/>
          <a:chOff x="0" y="0"/>
          <a:chExt cx="0" cy="0"/>
        </a:xfrm>
      </p:grpSpPr>
      <p:sp>
        <p:nvSpPr>
          <p:cNvPr id="11" name="Rechteck 10"/>
          <p:cNvSpPr/>
          <p:nvPr userDrawn="1"/>
        </p:nvSpPr>
        <p:spPr>
          <a:xfrm>
            <a:off x="0" y="0"/>
            <a:ext cx="12192000" cy="68580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dirty="0"/>
          </a:p>
        </p:txBody>
      </p:sp>
      <p:grpSp>
        <p:nvGrpSpPr>
          <p:cNvPr id="7" name="Gruppieren 6"/>
          <p:cNvGrpSpPr/>
          <p:nvPr userDrawn="1"/>
        </p:nvGrpSpPr>
        <p:grpSpPr>
          <a:xfrm>
            <a:off x="0" y="6083955"/>
            <a:ext cx="12192000" cy="792064"/>
            <a:chOff x="0" y="6083955"/>
            <a:chExt cx="12192000" cy="792064"/>
          </a:xfrm>
        </p:grpSpPr>
        <p:sp>
          <p:nvSpPr>
            <p:cNvPr id="8" name="Freihandform 7"/>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46458642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Grafik 8"/>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3949046" y="6311900"/>
            <a:ext cx="1414806" cy="409575"/>
          </a:xfrm>
          <a:prstGeom prst="rect">
            <a:avLst/>
          </a:prstGeom>
        </p:spPr>
        <p:txBody>
          <a:bodyPr vert="horz" lIns="91440" tIns="45720" rIns="91440" bIns="45720" rtlCol="0" anchor="ctr"/>
          <a:lstStyle>
            <a:lvl1pPr algn="l">
              <a:defRPr sz="1200">
                <a:solidFill>
                  <a:schemeClr val="tx1">
                    <a:tint val="75000"/>
                  </a:schemeClr>
                </a:solidFill>
              </a:defRPr>
            </a:lvl1pPr>
          </a:lstStyle>
          <a:p>
            <a:fld id="{531AF126-75A8-4461-AC2D-D5AEDEB06E31}" type="datetime1">
              <a:rPr lang="de-DE" smtClean="0"/>
              <a:t>14.03.2024</a:t>
            </a:fld>
            <a:endParaRPr lang="de-DE" dirty="0"/>
          </a:p>
        </p:txBody>
      </p:sp>
      <p:sp>
        <p:nvSpPr>
          <p:cNvPr id="5" name="Fußzeilenplatzhalter 4"/>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dirty="0"/>
              <a:t>Präsentationsthema</a:t>
            </a:r>
          </a:p>
        </p:txBody>
      </p:sp>
      <p:sp>
        <p:nvSpPr>
          <p:cNvPr id="6" name="Foliennummernplatzhalter 5"/>
          <p:cNvSpPr>
            <a:spLocks noGrp="1"/>
          </p:cNvSpPr>
          <p:nvPr>
            <p:ph type="sldNum" sz="quarter" idx="4"/>
          </p:nvPr>
        </p:nvSpPr>
        <p:spPr>
          <a:xfrm>
            <a:off x="9690754" y="6311900"/>
            <a:ext cx="1663045" cy="409575"/>
          </a:xfrm>
          <a:prstGeom prst="rect">
            <a:avLst/>
          </a:prstGeom>
        </p:spPr>
        <p:txBody>
          <a:bodyPr vert="horz" lIns="91440" tIns="45720" rIns="91440" bIns="45720" rtlCol="0" anchor="ctr"/>
          <a:lstStyle>
            <a:lvl1pPr algn="r">
              <a:defRPr sz="1200">
                <a:solidFill>
                  <a:schemeClr val="tx1">
                    <a:tint val="75000"/>
                  </a:schemeClr>
                </a:solidFill>
              </a:defRPr>
            </a:lvl1pPr>
          </a:lstStyle>
          <a:p>
            <a:fld id="{220551C3-A462-45EE-8D4B-53AADAADD6D4}" type="slidenum">
              <a:rPr lang="de-DE" smtClean="0"/>
              <a:t>‹Nr.›</a:t>
            </a:fld>
            <a:endParaRPr lang="de-DE" dirty="0"/>
          </a:p>
        </p:txBody>
      </p:sp>
    </p:spTree>
    <p:extLst>
      <p:ext uri="{BB962C8B-B14F-4D97-AF65-F5344CB8AC3E}">
        <p14:creationId xmlns:p14="http://schemas.microsoft.com/office/powerpoint/2010/main" val="37217071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000000"/>
          </p15:clr>
        </p15:guide>
        <p15:guide id="2" pos="211">
          <p15:clr>
            <a:srgbClr val="000000"/>
          </p15:clr>
        </p15:guide>
        <p15:guide id="3" orient="horz" pos="4320">
          <p15:clr>
            <a:srgbClr val="000000"/>
          </p15:clr>
        </p15:guide>
        <p15:guide id="4" orient="horz" pos="3974">
          <p15:clr>
            <a:srgbClr val="000000"/>
          </p15:clr>
        </p15:guide>
        <p15:guide id="5" pos="7673">
          <p15:clr>
            <a:srgbClr val="000000"/>
          </p15:clr>
        </p15:guide>
        <p15:guide id="6" pos="7469">
          <p15:clr>
            <a:srgbClr val="000000"/>
          </p15:clr>
        </p15:guide>
        <p15:guide id="7" orient="horz">
          <p15:clr>
            <a:srgbClr val="000000"/>
          </p15:clr>
        </p15:guide>
        <p15:guide id="8" orient="horz" pos="346">
          <p15:clr>
            <a:srgbClr val="00000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pieren 6"/>
          <p:cNvGrpSpPr/>
          <p:nvPr/>
        </p:nvGrpSpPr>
        <p:grpSpPr>
          <a:xfrm>
            <a:off x="0" y="2716918"/>
            <a:ext cx="12201054" cy="4142572"/>
            <a:chOff x="0" y="2716065"/>
            <a:chExt cx="12201054" cy="4142572"/>
          </a:xfrm>
        </p:grpSpPr>
        <p:sp>
          <p:nvSpPr>
            <p:cNvPr id="8" name="Freihandform 7"/>
            <p:cNvSpPr/>
            <p:nvPr/>
          </p:nvSpPr>
          <p:spPr>
            <a:xfrm>
              <a:off x="0" y="2760670"/>
              <a:ext cx="12201054" cy="4097967"/>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757238 h 4125127"/>
                <a:gd name="connsiteX7" fmla="*/ 0 w 12201054"/>
                <a:gd name="connsiteY7" fmla="*/ 0 h 4125127"/>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4097967 h 4125127"/>
                <a:gd name="connsiteX7" fmla="*/ 0 w 12201054"/>
                <a:gd name="connsiteY7" fmla="*/ 0 h 4125127"/>
                <a:gd name="connsiteX0" fmla="*/ 0 w 12201054"/>
                <a:gd name="connsiteY0" fmla="*/ 0 h 4097967"/>
                <a:gd name="connsiteX1" fmla="*/ 3454269 w 12201054"/>
                <a:gd name="connsiteY1" fmla="*/ 0 h 4097967"/>
                <a:gd name="connsiteX2" fmla="*/ 3825090 w 12201054"/>
                <a:gd name="connsiteY2" fmla="*/ 351771 h 4097967"/>
                <a:gd name="connsiteX3" fmla="*/ 4195910 w 12201054"/>
                <a:gd name="connsiteY3" fmla="*/ 0 h 4097967"/>
                <a:gd name="connsiteX4" fmla="*/ 12192000 w 12201054"/>
                <a:gd name="connsiteY4" fmla="*/ 0 h 4097967"/>
                <a:gd name="connsiteX5" fmla="*/ 12201054 w 12201054"/>
                <a:gd name="connsiteY5" fmla="*/ 4097966 h 4097967"/>
                <a:gd name="connsiteX6" fmla="*/ 0 w 12201054"/>
                <a:gd name="connsiteY6" fmla="*/ 4097967 h 4097967"/>
                <a:gd name="connsiteX7" fmla="*/ 0 w 12201054"/>
                <a:gd name="connsiteY7" fmla="*/ 0 h 409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1054" h="4097967">
                  <a:moveTo>
                    <a:pt x="0" y="0"/>
                  </a:moveTo>
                  <a:lnTo>
                    <a:pt x="3454269" y="0"/>
                  </a:lnTo>
                  <a:lnTo>
                    <a:pt x="3825090" y="351771"/>
                  </a:lnTo>
                  <a:lnTo>
                    <a:pt x="4195910" y="0"/>
                  </a:lnTo>
                  <a:lnTo>
                    <a:pt x="12192000" y="0"/>
                  </a:lnTo>
                  <a:lnTo>
                    <a:pt x="12201054" y="4097966"/>
                  </a:lnTo>
                  <a:lnTo>
                    <a:pt x="0" y="4097967"/>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D2E8F4"/>
                </a:solidFill>
                <a:effectLst/>
                <a:uLnTx/>
                <a:uFillTx/>
                <a:latin typeface="Calibri" panose="020F0502020204030204"/>
                <a:ea typeface="+mn-ea"/>
                <a:cs typeface="+mn-cs"/>
              </a:endParaRPr>
            </a:p>
          </p:txBody>
        </p:sp>
        <p:pic>
          <p:nvPicPr>
            <p:cNvPr id="9" name="Grafik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716065"/>
              <a:ext cx="12192000" cy="409956"/>
            </a:xfrm>
            <a:prstGeom prst="rect">
              <a:avLst/>
            </a:prstGeom>
          </p:spPr>
        </p:pic>
      </p:grpSp>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Titel 4"/>
          <p:cNvSpPr>
            <a:spLocks noGrp="1"/>
          </p:cNvSpPr>
          <p:nvPr>
            <p:ph type="ctrTitle"/>
          </p:nvPr>
        </p:nvSpPr>
        <p:spPr>
          <a:xfrm>
            <a:off x="0" y="3424238"/>
            <a:ext cx="12192000" cy="2158673"/>
          </a:xfrm>
        </p:spPr>
        <p:txBody>
          <a:bodyPr>
            <a:normAutofit/>
          </a:bodyPr>
          <a:lstStyle/>
          <a:p>
            <a:r>
              <a:rPr lang="de-DE" sz="7200" b="1" dirty="0">
                <a:latin typeface="Source Sans Pro" panose="020B0503030403020204" pitchFamily="34" charset="0"/>
              </a:rPr>
              <a:t>Datenbanken und SQL</a:t>
            </a:r>
          </a:p>
        </p:txBody>
      </p:sp>
      <p:sp>
        <p:nvSpPr>
          <p:cNvPr id="6" name="Untertitel 5"/>
          <p:cNvSpPr>
            <a:spLocks noGrp="1"/>
          </p:cNvSpPr>
          <p:nvPr>
            <p:ph type="subTitle" idx="1"/>
          </p:nvPr>
        </p:nvSpPr>
        <p:spPr/>
        <p:txBody>
          <a:bodyPr/>
          <a:lstStyle/>
          <a:p>
            <a:pPr algn="ctr"/>
            <a:r>
              <a:rPr lang="de-DE" dirty="0">
                <a:latin typeface="Source Sans Pro" panose="020B0503030403020204" pitchFamily="34" charset="0"/>
              </a:rPr>
              <a:t>(Woche 3 - Tag 5)</a:t>
            </a:r>
          </a:p>
        </p:txBody>
      </p:sp>
      <p:pic>
        <p:nvPicPr>
          <p:cNvPr id="10" name="Grafik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Grafik 20" descr="Bücher">
            <a:extLst>
              <a:ext uri="{FF2B5EF4-FFF2-40B4-BE49-F238E27FC236}">
                <a16:creationId xmlns:a16="http://schemas.microsoft.com/office/drawing/2014/main" id="{43D00B49-42D5-4163-8350-6A7AE38C9954}"/>
              </a:ext>
            </a:extLst>
          </p:cNvPr>
          <p:cNvSpPr/>
          <p:nvPr/>
        </p:nvSpPr>
        <p:spPr>
          <a:xfrm>
            <a:off x="352641" y="4810506"/>
            <a:ext cx="821809" cy="766829"/>
          </a:xfrm>
          <a:custGeom>
            <a:avLst/>
            <a:gdLst>
              <a:gd name="connsiteX0" fmla="*/ 578750 w 578750"/>
              <a:gd name="connsiteY0" fmla="*/ 190200 h 540031"/>
              <a:gd name="connsiteX1" fmla="*/ 543428 w 578750"/>
              <a:gd name="connsiteY1" fmla="*/ 177293 h 540031"/>
              <a:gd name="connsiteX2" fmla="*/ 543428 w 578750"/>
              <a:gd name="connsiteY2" fmla="*/ 103251 h 540031"/>
              <a:gd name="connsiteX3" fmla="*/ 578750 w 578750"/>
              <a:gd name="connsiteY3" fmla="*/ 88307 h 540031"/>
              <a:gd name="connsiteX4" fmla="*/ 339642 w 578750"/>
              <a:gd name="connsiteY4" fmla="*/ 0 h 540031"/>
              <a:gd name="connsiteX5" fmla="*/ 48908 w 578750"/>
              <a:gd name="connsiteY5" fmla="*/ 101893 h 540031"/>
              <a:gd name="connsiteX6" fmla="*/ 20379 w 578750"/>
              <a:gd name="connsiteY6" fmla="*/ 183407 h 540031"/>
              <a:gd name="connsiteX7" fmla="*/ 23775 w 578750"/>
              <a:gd name="connsiteY7" fmla="*/ 213295 h 540031"/>
              <a:gd name="connsiteX8" fmla="*/ 0 w 578750"/>
              <a:gd name="connsiteY8" fmla="*/ 292092 h 540031"/>
              <a:gd name="connsiteX9" fmla="*/ 20379 w 578750"/>
              <a:gd name="connsiteY9" fmla="*/ 351190 h 540031"/>
              <a:gd name="connsiteX10" fmla="*/ 19020 w 578750"/>
              <a:gd name="connsiteY10" fmla="*/ 393985 h 540031"/>
              <a:gd name="connsiteX11" fmla="*/ 54343 w 578750"/>
              <a:gd name="connsiteY11" fmla="*/ 461913 h 540031"/>
              <a:gd name="connsiteX12" fmla="*/ 243184 w 578750"/>
              <a:gd name="connsiteY12" fmla="*/ 540031 h 540031"/>
              <a:gd name="connsiteX13" fmla="*/ 577392 w 578750"/>
              <a:gd name="connsiteY13" fmla="*/ 401457 h 540031"/>
              <a:gd name="connsiteX14" fmla="*/ 542069 w 578750"/>
              <a:gd name="connsiteY14" fmla="*/ 388551 h 540031"/>
              <a:gd name="connsiteX15" fmla="*/ 542069 w 578750"/>
              <a:gd name="connsiteY15" fmla="*/ 313829 h 540031"/>
              <a:gd name="connsiteX16" fmla="*/ 577392 w 578750"/>
              <a:gd name="connsiteY16" fmla="*/ 298885 h 540031"/>
              <a:gd name="connsiteX17" fmla="*/ 523049 w 578750"/>
              <a:gd name="connsiteY17" fmla="*/ 278507 h 540031"/>
              <a:gd name="connsiteX18" fmla="*/ 523049 w 578750"/>
              <a:gd name="connsiteY18" fmla="*/ 213295 h 540031"/>
              <a:gd name="connsiteX19" fmla="*/ 578750 w 578750"/>
              <a:gd name="connsiteY19" fmla="*/ 190200 h 540031"/>
              <a:gd name="connsiteX20" fmla="*/ 57060 w 578750"/>
              <a:gd name="connsiteY20" fmla="*/ 149443 h 540031"/>
              <a:gd name="connsiteX21" fmla="*/ 245901 w 578750"/>
              <a:gd name="connsiteY21" fmla="*/ 223485 h 540031"/>
              <a:gd name="connsiteX22" fmla="*/ 516935 w 578750"/>
              <a:gd name="connsiteY22" fmla="*/ 114120 h 540031"/>
              <a:gd name="connsiteX23" fmla="*/ 516935 w 578750"/>
              <a:gd name="connsiteY23" fmla="*/ 172538 h 540031"/>
              <a:gd name="connsiteX24" fmla="*/ 245901 w 578750"/>
              <a:gd name="connsiteY24" fmla="*/ 285299 h 540031"/>
              <a:gd name="connsiteX25" fmla="*/ 57060 w 578750"/>
              <a:gd name="connsiteY25" fmla="*/ 210578 h 540031"/>
              <a:gd name="connsiteX26" fmla="*/ 57060 w 578750"/>
              <a:gd name="connsiteY26" fmla="*/ 149443 h 540031"/>
              <a:gd name="connsiteX27" fmla="*/ 515577 w 578750"/>
              <a:gd name="connsiteY27" fmla="*/ 383796 h 540031"/>
              <a:gd name="connsiteX28" fmla="*/ 244542 w 578750"/>
              <a:gd name="connsiteY28" fmla="*/ 495878 h 540031"/>
              <a:gd name="connsiteX29" fmla="*/ 55022 w 578750"/>
              <a:gd name="connsiteY29" fmla="*/ 421156 h 540031"/>
              <a:gd name="connsiteX30" fmla="*/ 55022 w 578750"/>
              <a:gd name="connsiteY30" fmla="*/ 368172 h 540031"/>
              <a:gd name="connsiteX31" fmla="*/ 224164 w 578750"/>
              <a:gd name="connsiteY31" fmla="*/ 437459 h 540031"/>
              <a:gd name="connsiteX32" fmla="*/ 516256 w 578750"/>
              <a:gd name="connsiteY32" fmla="*/ 321981 h 540031"/>
              <a:gd name="connsiteX33" fmla="*/ 515577 w 578750"/>
              <a:gd name="connsiteY33" fmla="*/ 383796 h 540031"/>
              <a:gd name="connsiteX34" fmla="*/ 496557 w 578750"/>
              <a:gd name="connsiteY34" fmla="*/ 281903 h 540031"/>
              <a:gd name="connsiteX35" fmla="*/ 225522 w 578750"/>
              <a:gd name="connsiteY35" fmla="*/ 393985 h 540031"/>
              <a:gd name="connsiteX36" fmla="*/ 36681 w 578750"/>
              <a:gd name="connsiteY36" fmla="*/ 319264 h 540031"/>
              <a:gd name="connsiteX37" fmla="*/ 36681 w 578750"/>
              <a:gd name="connsiteY37" fmla="*/ 258128 h 540031"/>
              <a:gd name="connsiteX38" fmla="*/ 230957 w 578750"/>
              <a:gd name="connsiteY38" fmla="*/ 335567 h 540031"/>
              <a:gd name="connsiteX39" fmla="*/ 497236 w 578750"/>
              <a:gd name="connsiteY39" fmla="*/ 224164 h 540031"/>
              <a:gd name="connsiteX40" fmla="*/ 497236 w 578750"/>
              <a:gd name="connsiteY40" fmla="*/ 281903 h 54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8750" h="540031">
                <a:moveTo>
                  <a:pt x="578750" y="190200"/>
                </a:moveTo>
                <a:lnTo>
                  <a:pt x="543428" y="177293"/>
                </a:lnTo>
                <a:lnTo>
                  <a:pt x="543428" y="103251"/>
                </a:lnTo>
                <a:lnTo>
                  <a:pt x="578750" y="88307"/>
                </a:lnTo>
                <a:lnTo>
                  <a:pt x="339642" y="0"/>
                </a:lnTo>
                <a:lnTo>
                  <a:pt x="48908" y="101893"/>
                </a:lnTo>
                <a:cubicBezTo>
                  <a:pt x="21058" y="115478"/>
                  <a:pt x="20379" y="152839"/>
                  <a:pt x="20379" y="183407"/>
                </a:cubicBezTo>
                <a:cubicBezTo>
                  <a:pt x="20379" y="193596"/>
                  <a:pt x="21737" y="203785"/>
                  <a:pt x="23775" y="213295"/>
                </a:cubicBezTo>
                <a:cubicBezTo>
                  <a:pt x="679" y="228240"/>
                  <a:pt x="0" y="262883"/>
                  <a:pt x="0" y="292092"/>
                </a:cubicBezTo>
                <a:cubicBezTo>
                  <a:pt x="0" y="315867"/>
                  <a:pt x="5434" y="337604"/>
                  <a:pt x="20379" y="351190"/>
                </a:cubicBezTo>
                <a:cubicBezTo>
                  <a:pt x="16982" y="362738"/>
                  <a:pt x="19020" y="377003"/>
                  <a:pt x="19020" y="393985"/>
                </a:cubicBezTo>
                <a:cubicBezTo>
                  <a:pt x="19020" y="424553"/>
                  <a:pt x="27171" y="452403"/>
                  <a:pt x="54343" y="461913"/>
                </a:cubicBezTo>
                <a:lnTo>
                  <a:pt x="243184" y="540031"/>
                </a:lnTo>
                <a:lnTo>
                  <a:pt x="577392" y="401457"/>
                </a:lnTo>
                <a:lnTo>
                  <a:pt x="542069" y="388551"/>
                </a:lnTo>
                <a:lnTo>
                  <a:pt x="542069" y="313829"/>
                </a:lnTo>
                <a:lnTo>
                  <a:pt x="577392" y="298885"/>
                </a:lnTo>
                <a:lnTo>
                  <a:pt x="523049" y="278507"/>
                </a:lnTo>
                <a:lnTo>
                  <a:pt x="523049" y="213295"/>
                </a:lnTo>
                <a:lnTo>
                  <a:pt x="578750" y="190200"/>
                </a:lnTo>
                <a:close/>
                <a:moveTo>
                  <a:pt x="57060" y="149443"/>
                </a:moveTo>
                <a:lnTo>
                  <a:pt x="245901" y="223485"/>
                </a:lnTo>
                <a:lnTo>
                  <a:pt x="516935" y="114120"/>
                </a:lnTo>
                <a:lnTo>
                  <a:pt x="516935" y="172538"/>
                </a:lnTo>
                <a:lnTo>
                  <a:pt x="245901" y="285299"/>
                </a:lnTo>
                <a:lnTo>
                  <a:pt x="57060" y="210578"/>
                </a:lnTo>
                <a:lnTo>
                  <a:pt x="57060" y="149443"/>
                </a:lnTo>
                <a:close/>
                <a:moveTo>
                  <a:pt x="515577" y="383796"/>
                </a:moveTo>
                <a:lnTo>
                  <a:pt x="244542" y="495878"/>
                </a:lnTo>
                <a:lnTo>
                  <a:pt x="55022" y="421156"/>
                </a:lnTo>
                <a:lnTo>
                  <a:pt x="55022" y="368172"/>
                </a:lnTo>
                <a:lnTo>
                  <a:pt x="224164" y="437459"/>
                </a:lnTo>
                <a:lnTo>
                  <a:pt x="516256" y="321981"/>
                </a:lnTo>
                <a:lnTo>
                  <a:pt x="515577" y="383796"/>
                </a:lnTo>
                <a:close/>
                <a:moveTo>
                  <a:pt x="496557" y="281903"/>
                </a:moveTo>
                <a:lnTo>
                  <a:pt x="225522" y="393985"/>
                </a:lnTo>
                <a:lnTo>
                  <a:pt x="36681" y="319264"/>
                </a:lnTo>
                <a:lnTo>
                  <a:pt x="36681" y="258128"/>
                </a:lnTo>
                <a:lnTo>
                  <a:pt x="230957" y="335567"/>
                </a:lnTo>
                <a:lnTo>
                  <a:pt x="497236" y="224164"/>
                </a:lnTo>
                <a:lnTo>
                  <a:pt x="497236" y="281903"/>
                </a:lnTo>
                <a:close/>
              </a:path>
            </a:pathLst>
          </a:custGeom>
          <a:solidFill>
            <a:srgbClr val="0071B2"/>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Bildplatzhalter 12"/>
          <p:cNvSpPr>
            <a:spLocks noGrp="1"/>
          </p:cNvSpPr>
          <p:nvPr>
            <p:ph type="pic" sz="quarter" idx="13"/>
          </p:nvPr>
        </p:nvSpPr>
        <p:spPr/>
        <p:txBody>
          <a:bodyPr/>
          <a:lstStyle/>
          <a:p>
            <a:endParaRPr lang="de-DE"/>
          </a:p>
        </p:txBody>
      </p:sp>
    </p:spTree>
    <p:extLst>
      <p:ext uri="{BB962C8B-B14F-4D97-AF65-F5344CB8AC3E}">
        <p14:creationId xmlns:p14="http://schemas.microsoft.com/office/powerpoint/2010/main" val="1675049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Agenda</a:t>
            </a: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40080" y="1040388"/>
            <a:ext cx="10713719" cy="3108543"/>
          </a:xfrm>
          <a:prstGeom prst="rect">
            <a:avLst/>
          </a:prstGeom>
          <a:noFill/>
        </p:spPr>
        <p:txBody>
          <a:bodyPr wrap="square" rtlCol="0">
            <a:spAutoFit/>
          </a:bodyPr>
          <a:lstStyle/>
          <a:p>
            <a:endParaRPr lang="de-DE" b="1" dirty="0">
              <a:latin typeface="Source Sans Pro" panose="020B0503030403020204" pitchFamily="34" charset="0"/>
            </a:endParaRPr>
          </a:p>
          <a:p>
            <a:endParaRPr lang="de-DE" sz="800" b="1" dirty="0">
              <a:latin typeface="Source Sans Pro" panose="020B0503030403020204" pitchFamily="34" charset="0"/>
            </a:endParaRPr>
          </a:p>
          <a:p>
            <a:pPr lvl="1"/>
            <a:r>
              <a:rPr lang="de-DE" sz="2400" b="1" dirty="0">
                <a:latin typeface="Source Sans Pro" panose="020B0503030403020204" pitchFamily="34" charset="0"/>
              </a:rPr>
              <a:t>Subselect (Unterabfrage)</a:t>
            </a:r>
          </a:p>
          <a:p>
            <a:pPr lvl="1"/>
            <a:endParaRPr lang="de-DE" sz="800" b="1" dirty="0">
              <a:latin typeface="Source Sans Pro" panose="020B0503030403020204" pitchFamily="34" charset="0"/>
            </a:endParaRPr>
          </a:p>
          <a:p>
            <a:pPr marL="1257300" lvl="2" indent="-342900">
              <a:buFont typeface="Courier New" panose="02070309020205020404" pitchFamily="49" charset="0"/>
              <a:buChar char="o"/>
            </a:pPr>
            <a:r>
              <a:rPr lang="de-DE" dirty="0">
                <a:solidFill>
                  <a:srgbClr val="0071B2"/>
                </a:solidFill>
                <a:latin typeface="Source Sans Pro" panose="020B0503030403020204" pitchFamily="34" charset="0"/>
              </a:rPr>
              <a:t>Einzelner Rückgabewert</a:t>
            </a:r>
          </a:p>
          <a:p>
            <a:pPr marL="1714500" lvl="3" indent="-342900">
              <a:buFont typeface="Wingdings" panose="05000000000000000000" pitchFamily="2" charset="2"/>
              <a:buChar char="Ø"/>
            </a:pPr>
            <a:r>
              <a:rPr lang="de-DE" sz="1200" dirty="0">
                <a:solidFill>
                  <a:srgbClr val="0071B2"/>
                </a:solidFill>
                <a:latin typeface="Source Sans Pro" panose="020B0503030403020204" pitchFamily="34" charset="0"/>
              </a:rPr>
              <a:t>Definition + Motivation</a:t>
            </a:r>
          </a:p>
          <a:p>
            <a:pPr marL="1714500" lvl="3" indent="-342900">
              <a:buFont typeface="Wingdings" panose="05000000000000000000" pitchFamily="2" charset="2"/>
              <a:buChar char="Ø"/>
            </a:pPr>
            <a:r>
              <a:rPr lang="de-DE" sz="1200" dirty="0">
                <a:solidFill>
                  <a:srgbClr val="0071B2"/>
                </a:solidFill>
                <a:latin typeface="Source Sans Pro" panose="020B0503030403020204" pitchFamily="34" charset="0"/>
              </a:rPr>
              <a:t>Beispiel</a:t>
            </a:r>
          </a:p>
          <a:p>
            <a:pPr lvl="3"/>
            <a:endParaRPr lang="de-DE" sz="800" dirty="0">
              <a:solidFill>
                <a:srgbClr val="0071B2"/>
              </a:solidFill>
              <a:latin typeface="Source Sans Pro" panose="020B0503030403020204" pitchFamily="34" charset="0"/>
            </a:endParaRPr>
          </a:p>
          <a:p>
            <a:pPr marL="1257300" lvl="2" indent="-342900">
              <a:buFont typeface="Courier New" panose="02070309020205020404" pitchFamily="49" charset="0"/>
              <a:buChar char="o"/>
            </a:pPr>
            <a:r>
              <a:rPr lang="de-DE" dirty="0">
                <a:solidFill>
                  <a:srgbClr val="0071B2"/>
                </a:solidFill>
                <a:latin typeface="Source Sans Pro" panose="020B0503030403020204" pitchFamily="34" charset="0"/>
              </a:rPr>
              <a:t>Mehrere Rückgabewerte</a:t>
            </a:r>
          </a:p>
          <a:p>
            <a:pPr marL="1714500" lvl="3" indent="-342900">
              <a:buFont typeface="Wingdings" panose="05000000000000000000" pitchFamily="2" charset="2"/>
              <a:buChar char="Ø"/>
            </a:pPr>
            <a:r>
              <a:rPr lang="de-DE" sz="1200" dirty="0">
                <a:solidFill>
                  <a:srgbClr val="0071B2"/>
                </a:solidFill>
                <a:latin typeface="Source Sans Pro" panose="020B0503030403020204" pitchFamily="34" charset="0"/>
              </a:rPr>
              <a:t>Motivation</a:t>
            </a:r>
          </a:p>
          <a:p>
            <a:pPr marL="1714500" lvl="3" indent="-342900">
              <a:buFont typeface="Wingdings" panose="05000000000000000000" pitchFamily="2" charset="2"/>
              <a:buChar char="Ø"/>
            </a:pPr>
            <a:r>
              <a:rPr lang="de-DE" sz="1200" dirty="0">
                <a:solidFill>
                  <a:srgbClr val="0071B2"/>
                </a:solidFill>
                <a:latin typeface="Source Sans Pro" panose="020B0503030403020204" pitchFamily="34" charset="0"/>
              </a:rPr>
              <a:t>IN-Operator</a:t>
            </a:r>
          </a:p>
          <a:p>
            <a:pPr marL="1714500" lvl="3" indent="-342900">
              <a:buFont typeface="Wingdings" panose="05000000000000000000" pitchFamily="2" charset="2"/>
              <a:buChar char="Ø"/>
            </a:pPr>
            <a:r>
              <a:rPr lang="de-DE" sz="1200" dirty="0">
                <a:solidFill>
                  <a:srgbClr val="0071B2"/>
                </a:solidFill>
                <a:latin typeface="Source Sans Pro" panose="020B0503030403020204" pitchFamily="34" charset="0"/>
              </a:rPr>
              <a:t>Beispiel</a:t>
            </a:r>
          </a:p>
          <a:p>
            <a:pPr lvl="3"/>
            <a:endParaRPr lang="de-DE" sz="800" dirty="0">
              <a:solidFill>
                <a:srgbClr val="0071B2"/>
              </a:solidFill>
              <a:latin typeface="Source Sans Pro" panose="020B0503030403020204" pitchFamily="34" charset="0"/>
            </a:endParaRPr>
          </a:p>
          <a:p>
            <a:pPr marL="1257300" lvl="2" indent="-342900">
              <a:buFont typeface="Courier New" panose="02070309020205020404" pitchFamily="49" charset="0"/>
              <a:buChar char="o"/>
            </a:pPr>
            <a:r>
              <a:rPr lang="de-DE" dirty="0">
                <a:solidFill>
                  <a:srgbClr val="0071B2"/>
                </a:solidFill>
                <a:latin typeface="Source Sans Pro" panose="020B0503030403020204" pitchFamily="34" charset="0"/>
              </a:rPr>
              <a:t>Übungen</a:t>
            </a:r>
          </a:p>
          <a:p>
            <a:pPr lvl="3"/>
            <a:endParaRPr lang="de-DE" sz="800" dirty="0">
              <a:latin typeface="Source Sans Pro" panose="020B0503030403020204" pitchFamily="34" charset="0"/>
            </a:endParaRPr>
          </a:p>
        </p:txBody>
      </p:sp>
    </p:spTree>
    <p:extLst>
      <p:ext uri="{BB962C8B-B14F-4D97-AF65-F5344CB8AC3E}">
        <p14:creationId xmlns:p14="http://schemas.microsoft.com/office/powerpoint/2010/main" val="409228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600" dirty="0">
                <a:latin typeface="Source Sans Pro" panose="020B0503030403020204" pitchFamily="34" charset="0"/>
              </a:rPr>
              <a:t>Subselect</a:t>
            </a:r>
          </a:p>
          <a:p>
            <a:r>
              <a:rPr lang="de-DE" sz="2800" dirty="0">
                <a:latin typeface="Source Sans Pro" panose="020B0503030403020204" pitchFamily="34" charset="0"/>
              </a:rPr>
              <a:t>(Einzelner Rückgabewert)</a:t>
            </a:r>
          </a:p>
          <a:p>
            <a:endParaRPr lang="de-DE" sz="5400" dirty="0">
              <a:latin typeface="Source Sans Pro" panose="020B0503030403020204" pitchFamily="34" charset="0"/>
            </a:endParaRPr>
          </a:p>
        </p:txBody>
      </p:sp>
    </p:spTree>
    <p:extLst>
      <p:ext uri="{BB962C8B-B14F-4D97-AF65-F5344CB8AC3E}">
        <p14:creationId xmlns:p14="http://schemas.microsoft.com/office/powerpoint/2010/main" val="937596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37339" y="1789864"/>
            <a:ext cx="11241301" cy="329320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noProof="0" dirty="0">
                <a:solidFill>
                  <a:srgbClr val="0071B2"/>
                </a:solidFill>
                <a:latin typeface="Source Sans Pro" panose="020B0503030403020204" pitchFamily="34" charset="0"/>
              </a:rPr>
              <a:t>Eine Abfrage </a:t>
            </a:r>
            <a:r>
              <a:rPr lang="de-DE" sz="2400" b="1" noProof="0" dirty="0">
                <a:solidFill>
                  <a:srgbClr val="0071B2"/>
                </a:solidFill>
                <a:latin typeface="Source Sans Pro" panose="020B0503030403020204" pitchFamily="34" charset="0"/>
              </a:rPr>
              <a:t>A</a:t>
            </a:r>
            <a:r>
              <a:rPr lang="de-DE" sz="2400" noProof="0" dirty="0">
                <a:solidFill>
                  <a:srgbClr val="0071B2"/>
                </a:solidFill>
                <a:latin typeface="Source Sans Pro" panose="020B0503030403020204" pitchFamily="34" charset="0"/>
              </a:rPr>
              <a:t> heißt „verschachtelt“ (oder auch „äußere Abfrage“), wenn zu deren Abarbeitung zunächst das Ergebnis einer weiteren Abfrage </a:t>
            </a:r>
            <a:r>
              <a:rPr lang="de-DE" sz="2400" b="1" noProof="0" dirty="0">
                <a:solidFill>
                  <a:srgbClr val="0071B2"/>
                </a:solidFill>
                <a:latin typeface="Source Sans Pro" panose="020B0503030403020204" pitchFamily="34" charset="0"/>
              </a:rPr>
              <a:t>B</a:t>
            </a:r>
            <a:r>
              <a:rPr lang="de-DE" sz="2400" noProof="0" dirty="0">
                <a:solidFill>
                  <a:srgbClr val="0071B2"/>
                </a:solidFill>
                <a:latin typeface="Source Sans Pro" panose="020B0503030403020204" pitchFamily="34" charset="0"/>
              </a:rPr>
              <a:t> notwendig ist.</a:t>
            </a:r>
            <a:endParaRPr kumimoji="0" lang="de-DE" sz="24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a:solidFill>
                  <a:srgbClr val="0071B2"/>
                </a:solidFill>
                <a:latin typeface="Source Sans Pro" panose="020B0503030403020204" pitchFamily="34" charset="0"/>
              </a:rPr>
              <a:t>Eine solche Abfrage B wird als </a:t>
            </a:r>
            <a:r>
              <a:rPr lang="de-DE" sz="2400" b="1" dirty="0">
                <a:solidFill>
                  <a:srgbClr val="0071B2"/>
                </a:solidFill>
                <a:latin typeface="Source Sans Pro" panose="020B0503030403020204" pitchFamily="34" charset="0"/>
              </a:rPr>
              <a:t>Unterabfrage</a:t>
            </a:r>
            <a:r>
              <a:rPr lang="de-DE" sz="2400" dirty="0">
                <a:solidFill>
                  <a:srgbClr val="0071B2"/>
                </a:solidFill>
                <a:latin typeface="Source Sans Pro" panose="020B0503030403020204" pitchFamily="34" charset="0"/>
              </a:rPr>
              <a:t>, bzw. </a:t>
            </a:r>
            <a:r>
              <a:rPr lang="de-DE" sz="2400" b="1" dirty="0">
                <a:solidFill>
                  <a:srgbClr val="0071B2"/>
                </a:solidFill>
                <a:latin typeface="Source Sans Pro" panose="020B0503030403020204" pitchFamily="34" charset="0"/>
              </a:rPr>
              <a:t>Subselect</a:t>
            </a:r>
            <a:r>
              <a:rPr lang="de-DE" sz="2400" dirty="0">
                <a:solidFill>
                  <a:srgbClr val="0071B2"/>
                </a:solidFill>
                <a:latin typeface="Source Sans Pro" panose="020B0503030403020204" pitchFamily="34" charset="0"/>
              </a:rPr>
              <a:t> bezeichnet.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L="342900" lvl="0" indent="-342900">
              <a:buFont typeface="Arial" panose="020B0604020202020204" pitchFamily="34" charset="0"/>
              <a:buChar char="•"/>
              <a:defRPr/>
            </a:pPr>
            <a:r>
              <a:rPr lang="de-DE" sz="2400" noProof="0" dirty="0">
                <a:solidFill>
                  <a:srgbClr val="0071B2"/>
                </a:solidFill>
                <a:latin typeface="Source Sans Pro" panose="020B0503030403020204" pitchFamily="34" charset="0"/>
              </a:rPr>
              <a:t>Um den Lösungsansatz zu erläutern, werden wir zunächst das Resultat von B ermitteln, um dieses anschließend </a:t>
            </a:r>
            <a:r>
              <a:rPr lang="de-DE" sz="2400" dirty="0">
                <a:solidFill>
                  <a:srgbClr val="0071B2"/>
                </a:solidFill>
                <a:latin typeface="Source Sans Pro" panose="020B0503030403020204" pitchFamily="34" charset="0"/>
              </a:rPr>
              <a:t>im Code von A </a:t>
            </a:r>
            <a:r>
              <a:rPr lang="de-DE" sz="2400" noProof="0" dirty="0">
                <a:solidFill>
                  <a:srgbClr val="0071B2"/>
                </a:solidFill>
                <a:latin typeface="Source Sans Pro" panose="020B0503030403020204" pitchFamily="34" charset="0"/>
              </a:rPr>
              <a:t>als </a:t>
            </a:r>
            <a:r>
              <a:rPr lang="de-DE" sz="2400" b="1" noProof="0" dirty="0">
                <a:solidFill>
                  <a:srgbClr val="0071B2"/>
                </a:solidFill>
                <a:latin typeface="Source Sans Pro" panose="020B0503030403020204" pitchFamily="34" charset="0"/>
              </a:rPr>
              <a:t>Konstante</a:t>
            </a:r>
            <a:r>
              <a:rPr lang="de-DE" sz="2400" noProof="0" dirty="0">
                <a:solidFill>
                  <a:srgbClr val="0071B2"/>
                </a:solidFill>
                <a:latin typeface="Source Sans Pro" panose="020B0503030403020204" pitchFamily="34" charset="0"/>
              </a:rPr>
              <a:t> zu nutzen.</a:t>
            </a:r>
            <a:endPar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a:solidFill>
                  <a:srgbClr val="0071B2"/>
                </a:solidFill>
                <a:latin typeface="Source Sans Pro" panose="020B0503030403020204" pitchFamily="34" charset="0"/>
              </a:rPr>
              <a:t>Da sich der Rückgabewert von B jedoch nach einem </a:t>
            </a:r>
            <a:r>
              <a:rPr lang="de-DE" sz="2400" b="1" dirty="0">
                <a:solidFill>
                  <a:srgbClr val="0071B2"/>
                </a:solidFill>
                <a:latin typeface="Source Sans Pro" panose="020B0503030403020204" pitchFamily="34" charset="0"/>
              </a:rPr>
              <a:t>Update der Datenbank </a:t>
            </a:r>
            <a:r>
              <a:rPr lang="de-DE" sz="2400" dirty="0">
                <a:solidFill>
                  <a:srgbClr val="0071B2"/>
                </a:solidFill>
                <a:latin typeface="Source Sans Pro" panose="020B0503030403020204" pitchFamily="34" charset="0"/>
              </a:rPr>
              <a:t>ändern könnte, werden wir abschließend die Konstante durch den Subselect B ersetzen. </a:t>
            </a:r>
            <a:endParaRPr kumimoji="0" lang="de-DE" sz="2000" b="0" i="0" u="none" strike="noStrike" kern="1200" cap="none" spc="0" normalizeH="0" baseline="0" noProof="0" dirty="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Definition + Motivation</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Tree>
    <p:extLst>
      <p:ext uri="{BB962C8B-B14F-4D97-AF65-F5344CB8AC3E}">
        <p14:creationId xmlns:p14="http://schemas.microsoft.com/office/powerpoint/2010/main" val="3212439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36321" y="946123"/>
            <a:ext cx="11641330" cy="60324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b="1" dirty="0">
                <a:solidFill>
                  <a:srgbClr val="0071B2"/>
                </a:solidFill>
                <a:latin typeface="Source Sans Pro" panose="020B0503030403020204" pitchFamily="34" charset="0"/>
              </a:rPr>
              <a:t>Aufgabenstellung: </a:t>
            </a:r>
            <a:r>
              <a:rPr lang="de-DE" sz="1200" dirty="0">
                <a:solidFill>
                  <a:srgbClr val="0071B2"/>
                </a:solidFill>
                <a:latin typeface="Source Sans Pro" panose="020B0503030403020204" pitchFamily="34" charset="0"/>
              </a:rPr>
              <a:t>(wie üblich beziehen wir uns auf die Datenbank „Geld_her“)</a:t>
            </a: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Gesucht werden die Namen jener Produkte, die billiger als der Durchschnittspreis (aller Produkte) sind.</a:t>
            </a:r>
          </a:p>
          <a:p>
            <a:pPr marR="0" lvl="0" algn="l" defTabSz="914400" rtl="0" eaLnBrk="1" fontAlgn="auto" latinLnBrk="0" hangingPunct="1">
              <a:lnSpc>
                <a:spcPct val="100000"/>
              </a:lnSpc>
              <a:spcBef>
                <a:spcPts val="0"/>
              </a:spcBef>
              <a:spcAft>
                <a:spcPts val="0"/>
              </a:spcAft>
              <a:buClrTx/>
              <a:buSzTx/>
              <a:tabLst/>
              <a:defRPr/>
            </a:pPr>
            <a:endParaRPr lang="de-DE"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b="1" dirty="0">
                <a:solidFill>
                  <a:srgbClr val="0071B2"/>
                </a:solidFill>
                <a:latin typeface="Source Sans Pro" panose="020B0503030403020204" pitchFamily="34" charset="0"/>
              </a:rPr>
              <a:t>1. Schritt -&gt; </a:t>
            </a:r>
            <a:r>
              <a:rPr lang="de-DE" dirty="0">
                <a:solidFill>
                  <a:srgbClr val="0071B2"/>
                </a:solidFill>
                <a:latin typeface="Source Sans Pro" panose="020B0503030403020204" pitchFamily="34" charset="0"/>
              </a:rPr>
              <a:t>Wir ermitteln zunächst den Durchschnittspreis aller Produkte (</a:t>
            </a:r>
            <a:r>
              <a:rPr lang="de-DE" dirty="0">
                <a:solidFill>
                  <a:srgbClr val="00B050"/>
                </a:solidFill>
                <a:latin typeface="Source Sans Pro" panose="020B0503030403020204" pitchFamily="34" charset="0"/>
              </a:rPr>
              <a:t>Subselect</a:t>
            </a:r>
            <a:r>
              <a:rPr lang="de-DE" dirty="0">
                <a:solidFill>
                  <a:srgbClr val="0071B2"/>
                </a:solidFill>
                <a:latin typeface="Source Sans Pro" panose="020B0503030403020204" pitchFamily="34" charset="0"/>
              </a:rPr>
              <a:t>):</a:t>
            </a:r>
          </a:p>
          <a:p>
            <a:pPr marL="342900" marR="0" lvl="0" indent="-342900" algn="l" defTabSz="914400" rtl="0" eaLnBrk="1" fontAlgn="auto" latinLnBrk="0" hangingPunct="1">
              <a:lnSpc>
                <a:spcPct val="100000"/>
              </a:lnSpc>
              <a:spcBef>
                <a:spcPts val="0"/>
              </a:spcBef>
              <a:spcAft>
                <a:spcPts val="0"/>
              </a:spcAft>
              <a:buClrTx/>
              <a:buSzTx/>
              <a:buAutoNum type="arabicPeriod"/>
              <a:tabLst/>
              <a:defRPr/>
            </a:pPr>
            <a:endParaRPr lang="de-DE" sz="800" dirty="0">
              <a:solidFill>
                <a:srgbClr val="0071B2"/>
              </a:solidFill>
              <a:latin typeface="Source Sans Pro" panose="020B0503030403020204" pitchFamily="34" charset="0"/>
            </a:endParaRPr>
          </a:p>
          <a:p>
            <a:pPr>
              <a:defRPr/>
            </a:pPr>
            <a:r>
              <a:rPr lang="de-DE" b="1" dirty="0">
                <a:solidFill>
                  <a:srgbClr val="0071B2"/>
                </a:solidFill>
                <a:latin typeface="Source Sans Pro" panose="020B0503030403020204" pitchFamily="34" charset="0"/>
              </a:rPr>
              <a:t>		</a:t>
            </a:r>
            <a:r>
              <a:rPr lang="de-DE" sz="2400" b="1" dirty="0">
                <a:solidFill>
                  <a:srgbClr val="00B050"/>
                </a:solidFill>
                <a:latin typeface="Source Sans Pro" panose="020B0503030403020204" pitchFamily="34" charset="0"/>
              </a:rPr>
              <a:t>SELECT</a:t>
            </a:r>
            <a:r>
              <a:rPr lang="de-DE" sz="2400" dirty="0">
                <a:solidFill>
                  <a:srgbClr val="00B050"/>
                </a:solidFill>
                <a:latin typeface="Source Sans Pro" panose="020B0503030403020204" pitchFamily="34" charset="0"/>
              </a:rPr>
              <a:t> </a:t>
            </a:r>
            <a:r>
              <a:rPr lang="de-DE" sz="2400" b="1" dirty="0">
                <a:solidFill>
                  <a:srgbClr val="00B050"/>
                </a:solidFill>
                <a:latin typeface="Source Sans Pro" panose="020B0503030403020204" pitchFamily="34" charset="0"/>
              </a:rPr>
              <a:t>AVG(</a:t>
            </a:r>
            <a:r>
              <a:rPr lang="de-DE" sz="2400" dirty="0">
                <a:solidFill>
                  <a:srgbClr val="00B050"/>
                </a:solidFill>
                <a:latin typeface="Source Sans Pro" panose="020B0503030403020204" pitchFamily="34" charset="0"/>
              </a:rPr>
              <a:t>Euro_Preis</a:t>
            </a:r>
            <a:r>
              <a:rPr lang="de-DE" sz="2400" b="1" dirty="0">
                <a:solidFill>
                  <a:srgbClr val="00B050"/>
                </a:solidFill>
                <a:latin typeface="Source Sans Pro" panose="020B0503030403020204" pitchFamily="34" charset="0"/>
              </a:rPr>
              <a:t>) FROM</a:t>
            </a:r>
            <a:r>
              <a:rPr lang="de-DE" sz="2400" dirty="0">
                <a:solidFill>
                  <a:srgbClr val="00B050"/>
                </a:solidFill>
                <a:latin typeface="Source Sans Pro" panose="020B0503030403020204" pitchFamily="34" charset="0"/>
              </a:rPr>
              <a:t> Produkt</a:t>
            </a:r>
            <a:r>
              <a:rPr lang="de-DE" sz="2400" b="1" dirty="0">
                <a:solidFill>
                  <a:srgbClr val="0071B2"/>
                </a:solidFill>
                <a:latin typeface="Source Sans Pro" panose="020B0503030403020204" pitchFamily="34" charset="0"/>
              </a:rPr>
              <a:t>;</a:t>
            </a:r>
            <a:endParaRPr lang="de-DE"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lang="de-DE"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b="1" dirty="0">
                <a:solidFill>
                  <a:srgbClr val="0071B2"/>
                </a:solidFill>
                <a:latin typeface="Source Sans Pro" panose="020B0503030403020204" pitchFamily="34" charset="0"/>
              </a:rPr>
              <a:t>2. Schritt  -&gt; </a:t>
            </a:r>
            <a:r>
              <a:rPr lang="de-DE" dirty="0">
                <a:solidFill>
                  <a:srgbClr val="0071B2"/>
                </a:solidFill>
                <a:latin typeface="Source Sans Pro" panose="020B0503030403020204" pitchFamily="34" charset="0"/>
              </a:rPr>
              <a:t>Anschließend können wir alle Produkte ermitteln, die weniger als </a:t>
            </a:r>
            <a:r>
              <a:rPr lang="de-DE" b="1" dirty="0">
                <a:solidFill>
                  <a:schemeClr val="accent2"/>
                </a:solidFill>
                <a:latin typeface="Source Sans Pro" panose="020B0503030403020204" pitchFamily="34" charset="0"/>
              </a:rPr>
              <a:t>202,245000</a:t>
            </a:r>
            <a:r>
              <a:rPr lang="de-DE" dirty="0">
                <a:solidFill>
                  <a:srgbClr val="0071B2"/>
                </a:solidFill>
                <a:latin typeface="Source Sans Pro" panose="020B0503030403020204" pitchFamily="34" charset="0"/>
              </a:rPr>
              <a:t> kosten:</a:t>
            </a:r>
          </a:p>
          <a:p>
            <a:pPr marR="0" lvl="0" algn="l" defTabSz="914400" rtl="0" eaLnBrk="1" fontAlgn="auto" latinLnBrk="0" hangingPunct="1">
              <a:lnSpc>
                <a:spcPct val="100000"/>
              </a:lnSpc>
              <a:spcBef>
                <a:spcPts val="0"/>
              </a:spcBef>
              <a:spcAft>
                <a:spcPts val="0"/>
              </a:spcAft>
              <a:buClrTx/>
              <a:buSzTx/>
              <a:tabLst/>
              <a:defRPr/>
            </a:pPr>
            <a:endParaRPr lang="de-DE" sz="800"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SELECT</a:t>
            </a:r>
            <a:r>
              <a:rPr lang="de-DE" sz="2400" dirty="0">
                <a:solidFill>
                  <a:srgbClr val="0071B2"/>
                </a:solidFill>
                <a:latin typeface="Source Sans Pro" panose="020B0503030403020204" pitchFamily="34" charset="0"/>
              </a:rPr>
              <a:t> Produkt_Name</a:t>
            </a:r>
            <a:r>
              <a:rPr lang="de-DE" sz="2400" b="1" dirty="0">
                <a:solidFill>
                  <a:srgbClr val="0071B2"/>
                </a:solidFill>
                <a:latin typeface="Source Sans Pro" panose="020B0503030403020204" pitchFamily="34" charset="0"/>
              </a:rPr>
              <a:t> FROM</a:t>
            </a:r>
            <a:r>
              <a:rPr lang="de-DE" sz="2400" dirty="0">
                <a:solidFill>
                  <a:srgbClr val="0071B2"/>
                </a:solidFill>
                <a:latin typeface="Source Sans Pro" panose="020B0503030403020204" pitchFamily="34" charset="0"/>
              </a:rPr>
              <a:t> Produkt</a:t>
            </a:r>
          </a:p>
          <a:p>
            <a:pPr marR="0" lvl="0" algn="l" defTabSz="914400" rtl="0" eaLnBrk="1" fontAlgn="auto" latinLnBrk="0" hangingPunct="1">
              <a:lnSpc>
                <a:spcPct val="100000"/>
              </a:lnSpc>
              <a:spcBef>
                <a:spcPts val="0"/>
              </a:spcBef>
              <a:spcAft>
                <a:spcPts val="0"/>
              </a:spcAft>
              <a:buClrTx/>
              <a:buSzTx/>
              <a:tabLst/>
              <a:defRPr/>
            </a:pPr>
            <a:r>
              <a:rPr lang="de-DE" sz="2400" b="1" dirty="0">
                <a:solidFill>
                  <a:srgbClr val="0071B2"/>
                </a:solidFill>
                <a:latin typeface="Source Sans Pro" panose="020B0503030403020204" pitchFamily="34" charset="0"/>
              </a:rPr>
              <a:t>		WHERE </a:t>
            </a:r>
            <a:r>
              <a:rPr lang="de-DE" sz="2400" dirty="0">
                <a:solidFill>
                  <a:srgbClr val="0071B2"/>
                </a:solidFill>
                <a:latin typeface="Source Sans Pro" panose="020B0503030403020204" pitchFamily="34" charset="0"/>
              </a:rPr>
              <a:t>Euro_Preis</a:t>
            </a:r>
            <a:r>
              <a:rPr lang="de-DE" sz="2400" b="1" dirty="0">
                <a:solidFill>
                  <a:srgbClr val="0071B2"/>
                </a:solidFill>
                <a:latin typeface="Source Sans Pro" panose="020B0503030403020204" pitchFamily="34" charset="0"/>
              </a:rPr>
              <a:t> &lt; </a:t>
            </a:r>
            <a:r>
              <a:rPr lang="de-DE" sz="2400" dirty="0">
                <a:solidFill>
                  <a:schemeClr val="accent2"/>
                </a:solidFill>
                <a:latin typeface="Source Sans Pro" panose="020B0503030403020204" pitchFamily="34" charset="0"/>
              </a:rPr>
              <a:t>202.245000</a:t>
            </a:r>
            <a:r>
              <a:rPr lang="de-DE" sz="2400" b="1" dirty="0">
                <a:solidFill>
                  <a:srgbClr val="0071B2"/>
                </a:solidFill>
                <a:latin typeface="Source Sans Pro" panose="020B0503030403020204" pitchFamily="34" charset="0"/>
              </a:rPr>
              <a:t>;</a:t>
            </a:r>
          </a:p>
          <a:p>
            <a:pPr marR="0" lvl="0" algn="l" defTabSz="914400" rtl="0" eaLnBrk="1" fontAlgn="auto" latinLnBrk="0" hangingPunct="1">
              <a:lnSpc>
                <a:spcPct val="100000"/>
              </a:lnSpc>
              <a:spcBef>
                <a:spcPts val="0"/>
              </a:spcBef>
              <a:spcAft>
                <a:spcPts val="0"/>
              </a:spcAft>
              <a:buClrTx/>
              <a:buSzTx/>
              <a:tabLst/>
              <a:defRPr/>
            </a:pPr>
            <a:endParaRPr lang="de-DE" b="1" dirty="0">
              <a:solidFill>
                <a:srgbClr val="0071B2"/>
              </a:solidFill>
              <a:latin typeface="Source Sans Pro" panose="020B0503030403020204" pitchFamily="34" charset="0"/>
            </a:endParaRPr>
          </a:p>
          <a:p>
            <a:pPr lvl="0">
              <a:defRPr/>
            </a:pPr>
            <a:r>
              <a:rPr lang="de-DE" b="1" dirty="0">
                <a:solidFill>
                  <a:srgbClr val="0071B2"/>
                </a:solidFill>
                <a:latin typeface="Source Sans Pro" panose="020B0503030403020204" pitchFamily="34" charset="0"/>
              </a:rPr>
              <a:t>3. Schritt  -&gt; </a:t>
            </a:r>
            <a:r>
              <a:rPr lang="de-DE" dirty="0">
                <a:solidFill>
                  <a:srgbClr val="0071B2"/>
                </a:solidFill>
                <a:latin typeface="Source Sans Pro" panose="020B0503030403020204" pitchFamily="34" charset="0"/>
              </a:rPr>
              <a:t>Abschließend ersetzen wir die </a:t>
            </a:r>
            <a:r>
              <a:rPr lang="de-DE" b="1" dirty="0">
                <a:solidFill>
                  <a:schemeClr val="accent2"/>
                </a:solidFill>
                <a:latin typeface="Source Sans Pro" panose="020B0503030403020204" pitchFamily="34" charset="0"/>
              </a:rPr>
              <a:t>Konstante</a:t>
            </a:r>
            <a:r>
              <a:rPr lang="de-DE" dirty="0">
                <a:solidFill>
                  <a:srgbClr val="0071B2"/>
                </a:solidFill>
                <a:latin typeface="Source Sans Pro" panose="020B0503030403020204" pitchFamily="34" charset="0"/>
              </a:rPr>
              <a:t> durch den </a:t>
            </a:r>
            <a:r>
              <a:rPr lang="de-DE" b="1" dirty="0">
                <a:solidFill>
                  <a:srgbClr val="00B050"/>
                </a:solidFill>
                <a:latin typeface="Source Sans Pro" panose="020B0503030403020204" pitchFamily="34" charset="0"/>
              </a:rPr>
              <a:t>Subselect </a:t>
            </a:r>
            <a:r>
              <a:rPr lang="de-DE" sz="1200" dirty="0">
                <a:solidFill>
                  <a:srgbClr val="00B050"/>
                </a:solidFill>
                <a:latin typeface="Source Sans Pro" panose="020B0503030403020204" pitchFamily="34" charset="0"/>
              </a:rPr>
              <a:t>(der </a:t>
            </a:r>
            <a:r>
              <a:rPr lang="de-DE" sz="1200" b="1" u="sng" dirty="0">
                <a:solidFill>
                  <a:srgbClr val="00B050"/>
                </a:solidFill>
                <a:latin typeface="Source Sans Pro" panose="020B0503030403020204" pitchFamily="34" charset="0"/>
              </a:rPr>
              <a:t>in Klammern </a:t>
            </a:r>
            <a:r>
              <a:rPr lang="de-DE" sz="1200" dirty="0">
                <a:solidFill>
                  <a:srgbClr val="00B050"/>
                </a:solidFill>
                <a:latin typeface="Source Sans Pro" panose="020B0503030403020204" pitchFamily="34" charset="0"/>
              </a:rPr>
              <a:t>und </a:t>
            </a:r>
            <a:r>
              <a:rPr lang="de-DE" sz="1200" b="1" u="sng" dirty="0">
                <a:solidFill>
                  <a:srgbClr val="00B050"/>
                </a:solidFill>
                <a:latin typeface="Source Sans Pro" panose="020B0503030403020204" pitchFamily="34" charset="0"/>
              </a:rPr>
              <a:t>ohne Semikolon </a:t>
            </a:r>
            <a:r>
              <a:rPr lang="de-DE" sz="1200" dirty="0">
                <a:solidFill>
                  <a:srgbClr val="00B050"/>
                </a:solidFill>
                <a:latin typeface="Source Sans Pro" panose="020B0503030403020204" pitchFamily="34" charset="0"/>
              </a:rPr>
              <a:t>notiert werden muss!)</a:t>
            </a:r>
            <a:endParaRPr lang="de-DE" dirty="0">
              <a:solidFill>
                <a:srgbClr val="0071B2"/>
              </a:solidFill>
              <a:latin typeface="Source Sans Pro" panose="020B0503030403020204" pitchFamily="34" charset="0"/>
            </a:endParaRPr>
          </a:p>
          <a:p>
            <a:pPr lvl="0">
              <a:defRPr/>
            </a:pPr>
            <a:endParaRPr lang="de-DE" sz="800" dirty="0">
              <a:solidFill>
                <a:srgbClr val="0071B2"/>
              </a:solidFill>
              <a:latin typeface="Source Sans Pro" panose="020B0503030403020204" pitchFamily="34" charset="0"/>
            </a:endParaRPr>
          </a:p>
          <a:p>
            <a:pPr lvl="0">
              <a:defRPr/>
            </a:pPr>
            <a:r>
              <a:rPr lang="de-DE" dirty="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SELECT</a:t>
            </a:r>
            <a:r>
              <a:rPr lang="de-DE" sz="2400" dirty="0">
                <a:solidFill>
                  <a:srgbClr val="0071B2"/>
                </a:solidFill>
                <a:latin typeface="Source Sans Pro" panose="020B0503030403020204" pitchFamily="34" charset="0"/>
              </a:rPr>
              <a:t> Produkt_Name</a:t>
            </a:r>
            <a:r>
              <a:rPr lang="de-DE" sz="2400" b="1" dirty="0">
                <a:solidFill>
                  <a:srgbClr val="0071B2"/>
                </a:solidFill>
                <a:latin typeface="Source Sans Pro" panose="020B0503030403020204" pitchFamily="34" charset="0"/>
              </a:rPr>
              <a:t> FROM</a:t>
            </a:r>
            <a:r>
              <a:rPr lang="de-DE" sz="2400" dirty="0">
                <a:solidFill>
                  <a:srgbClr val="0071B2"/>
                </a:solidFill>
                <a:latin typeface="Source Sans Pro" panose="020B0503030403020204" pitchFamily="34" charset="0"/>
              </a:rPr>
              <a:t> Produkt</a:t>
            </a:r>
          </a:p>
          <a:p>
            <a:pPr lvl="0">
              <a:defRPr/>
            </a:pPr>
            <a:r>
              <a:rPr lang="de-DE" sz="2400" b="1" dirty="0">
                <a:solidFill>
                  <a:srgbClr val="0071B2"/>
                </a:solidFill>
                <a:latin typeface="Source Sans Pro" panose="020B0503030403020204" pitchFamily="34" charset="0"/>
              </a:rPr>
              <a:t>		WHERE </a:t>
            </a:r>
            <a:r>
              <a:rPr lang="de-DE" sz="2400" dirty="0">
                <a:solidFill>
                  <a:srgbClr val="0071B2"/>
                </a:solidFill>
                <a:latin typeface="Source Sans Pro" panose="020B0503030403020204" pitchFamily="34" charset="0"/>
              </a:rPr>
              <a:t>Euro_Preis</a:t>
            </a:r>
            <a:r>
              <a:rPr lang="de-DE" sz="2400" b="1" dirty="0">
                <a:solidFill>
                  <a:srgbClr val="0071B2"/>
                </a:solidFill>
                <a:latin typeface="Source Sans Pro" panose="020B0503030403020204" pitchFamily="34" charset="0"/>
              </a:rPr>
              <a:t> &lt; </a:t>
            </a:r>
            <a:r>
              <a:rPr lang="de-DE" sz="2400" b="1" dirty="0">
                <a:solidFill>
                  <a:srgbClr val="00B050"/>
                </a:solidFill>
                <a:latin typeface="Source Sans Pro" panose="020B0503030403020204" pitchFamily="34" charset="0"/>
              </a:rPr>
              <a:t>(SELECT AVG(</a:t>
            </a:r>
            <a:r>
              <a:rPr lang="de-DE" sz="2400" dirty="0">
                <a:solidFill>
                  <a:srgbClr val="00B050"/>
                </a:solidFill>
                <a:latin typeface="Source Sans Pro" panose="020B0503030403020204" pitchFamily="34" charset="0"/>
              </a:rPr>
              <a:t>Euro_Preis</a:t>
            </a:r>
            <a:r>
              <a:rPr lang="de-DE" sz="2400" b="1" dirty="0">
                <a:solidFill>
                  <a:srgbClr val="00B050"/>
                </a:solidFill>
                <a:latin typeface="Source Sans Pro" panose="020B0503030403020204" pitchFamily="34" charset="0"/>
              </a:rPr>
              <a:t>) FROM </a:t>
            </a:r>
            <a:r>
              <a:rPr lang="de-DE" sz="2400" dirty="0">
                <a:solidFill>
                  <a:srgbClr val="00B050"/>
                </a:solidFill>
                <a:latin typeface="Source Sans Pro" panose="020B0503030403020204" pitchFamily="34" charset="0"/>
              </a:rPr>
              <a:t>Produkt</a:t>
            </a:r>
            <a:r>
              <a:rPr lang="de-DE" sz="2400" b="1" dirty="0">
                <a:solidFill>
                  <a:srgbClr val="00B050"/>
                </a:solidFill>
                <a:latin typeface="Source Sans Pro" panose="020B0503030403020204" pitchFamily="34" charset="0"/>
              </a:rPr>
              <a:t>)</a:t>
            </a:r>
            <a:r>
              <a:rPr lang="de-DE" sz="2400" b="1" dirty="0">
                <a:latin typeface="Source Sans Pro" panose="020B0503030403020204" pitchFamily="34" charset="0"/>
              </a:rPr>
              <a:t>;</a:t>
            </a: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  </a:t>
            </a:r>
          </a:p>
          <a:p>
            <a:pPr marR="0" lvl="0" algn="l" defTabSz="914400" rtl="0" eaLnBrk="1" fontAlgn="auto" latinLnBrk="0" hangingPunct="1">
              <a:lnSpc>
                <a:spcPct val="100000"/>
              </a:lnSpc>
              <a:spcBef>
                <a:spcPts val="0"/>
              </a:spcBef>
              <a:spcAft>
                <a:spcPts val="0"/>
              </a:spcAft>
              <a:buClrTx/>
              <a:buSzTx/>
              <a:tabLst/>
              <a:defRPr/>
            </a:pPr>
            <a:endParaRPr lang="de-DE"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lang="de-DE" dirty="0">
              <a:solidFill>
                <a:srgbClr val="0071B2"/>
              </a:solidFill>
              <a:latin typeface="Source Sans Pro" panose="020B0503030403020204" pitchFamily="34" charset="0"/>
            </a:endParaRPr>
          </a:p>
          <a:p>
            <a:pPr lvl="0">
              <a:defRPr/>
            </a:pPr>
            <a:endParaRPr lang="de-DE" dirty="0">
              <a:solidFill>
                <a:srgbClr val="0071B2"/>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a:solidFill>
                  <a:srgbClr val="0071B2"/>
                </a:solidFill>
                <a:latin typeface="Source Sans Pro" panose="020B0503030403020204" pitchFamily="34" charset="0"/>
              </a:rPr>
              <a:t>Beispiel</a:t>
            </a:r>
            <a:endParaRPr lang="de-DE" sz="4000" b="0" i="1" dirty="0">
              <a:solidFill>
                <a:schemeClr val="accent2"/>
              </a:solidFill>
              <a:latin typeface="Source Sans Pro" panose="020B0503030403020204" pitchFamily="34" charset="0"/>
            </a:endParaRPr>
          </a:p>
        </p:txBody>
      </p:sp>
      <p:pic>
        <p:nvPicPr>
          <p:cNvPr id="7" name="Grafik 6"/>
          <p:cNvPicPr>
            <a:picLocks noChangeAspect="1"/>
          </p:cNvPicPr>
          <p:nvPr/>
        </p:nvPicPr>
        <p:blipFill>
          <a:blip r:embed="rId2"/>
          <a:stretch>
            <a:fillRect/>
          </a:stretch>
        </p:blipFill>
        <p:spPr>
          <a:xfrm>
            <a:off x="8258823" y="2311430"/>
            <a:ext cx="1857375" cy="447675"/>
          </a:xfrm>
          <a:prstGeom prst="rect">
            <a:avLst/>
          </a:prstGeom>
          <a:effectLst>
            <a:innerShdw blurRad="114300">
              <a:prstClr val="black"/>
            </a:innerShdw>
          </a:effectLst>
        </p:spPr>
      </p:pic>
      <p:pic>
        <p:nvPicPr>
          <p:cNvPr id="9" name="Grafik 8"/>
          <p:cNvPicPr>
            <a:picLocks noChangeAspect="1"/>
          </p:cNvPicPr>
          <p:nvPr/>
        </p:nvPicPr>
        <p:blipFill>
          <a:blip r:embed="rId3"/>
          <a:stretch>
            <a:fillRect/>
          </a:stretch>
        </p:blipFill>
        <p:spPr>
          <a:xfrm>
            <a:off x="10944003" y="4710949"/>
            <a:ext cx="1143000" cy="1752600"/>
          </a:xfrm>
          <a:prstGeom prst="rect">
            <a:avLst/>
          </a:prstGeom>
          <a:effectLst>
            <a:innerShdw blurRad="114300">
              <a:prstClr val="black"/>
            </a:innerShdw>
          </a:effectLst>
        </p:spPr>
      </p:pic>
    </p:spTree>
    <p:extLst>
      <p:ext uri="{BB962C8B-B14F-4D97-AF65-F5344CB8AC3E}">
        <p14:creationId xmlns:p14="http://schemas.microsoft.com/office/powerpoint/2010/main" val="529657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16" end="1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17" end="1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600" dirty="0">
                <a:latin typeface="Source Sans Pro" panose="020B0503030403020204" pitchFamily="34" charset="0"/>
              </a:rPr>
              <a:t>Subselect</a:t>
            </a:r>
          </a:p>
          <a:p>
            <a:r>
              <a:rPr lang="de-DE" sz="2800" dirty="0">
                <a:latin typeface="Source Sans Pro" panose="020B0503030403020204" pitchFamily="34" charset="0"/>
              </a:rPr>
              <a:t>(Mehrere Rückgabewerte)</a:t>
            </a:r>
          </a:p>
          <a:p>
            <a:endParaRPr lang="de-DE" sz="5400" dirty="0">
              <a:latin typeface="Source Sans Pro" panose="020B0503030403020204" pitchFamily="34" charset="0"/>
            </a:endParaRPr>
          </a:p>
        </p:txBody>
      </p:sp>
    </p:spTree>
    <p:extLst>
      <p:ext uri="{BB962C8B-B14F-4D97-AF65-F5344CB8AC3E}">
        <p14:creationId xmlns:p14="http://schemas.microsoft.com/office/powerpoint/2010/main" val="34567029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29027" y="1628776"/>
            <a:ext cx="11241301" cy="378565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noProof="0" dirty="0">
                <a:solidFill>
                  <a:srgbClr val="0071B2"/>
                </a:solidFill>
                <a:latin typeface="Source Sans Pro" panose="020B0503030403020204" pitchFamily="34" charset="0"/>
              </a:rPr>
              <a:t>Gelegentlich haben wir es mit verschachtelten Abfragen zu tun, bei denen die äußere Abfrage nicht bezüglich eines einzigen Wertes formuliert werden kann, sondern nur bezüglich einer </a:t>
            </a:r>
            <a:r>
              <a:rPr lang="de-DE" sz="2400" b="1" noProof="0" dirty="0">
                <a:solidFill>
                  <a:srgbClr val="0071B2"/>
                </a:solidFill>
                <a:latin typeface="Source Sans Pro" panose="020B0503030403020204" pitchFamily="34" charset="0"/>
              </a:rPr>
              <a:t>Menge von Werten </a:t>
            </a:r>
            <a:r>
              <a:rPr lang="de-DE" sz="2400" noProof="0" dirty="0">
                <a:solidFill>
                  <a:srgbClr val="0071B2"/>
                </a:solidFill>
                <a:latin typeface="Source Sans Pro" panose="020B0503030403020204" pitchFamily="34" charset="0"/>
              </a:rPr>
              <a:t>(des selben Attributs).</a:t>
            </a:r>
            <a:endParaRPr kumimoji="0" lang="de-DE" sz="2400" b="0" i="0" u="none" strike="noStrike" kern="1200" cap="none" spc="0" normalizeH="0" noProof="0" dirty="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a:solidFill>
                  <a:srgbClr val="0071B2"/>
                </a:solidFill>
                <a:latin typeface="Source Sans Pro" panose="020B0503030403020204" pitchFamily="34" charset="0"/>
              </a:rPr>
              <a:t>Entsprechend werden in diesem Fall Subselects benötigt, die nicht nur einen einzigen, sondern </a:t>
            </a:r>
            <a:r>
              <a:rPr lang="de-DE" sz="2400" b="1" dirty="0">
                <a:solidFill>
                  <a:srgbClr val="0071B2"/>
                </a:solidFill>
                <a:latin typeface="Source Sans Pro" panose="020B0503030403020204" pitchFamily="34" charset="0"/>
              </a:rPr>
              <a:t>mehrere Werte </a:t>
            </a:r>
            <a:r>
              <a:rPr lang="de-DE" sz="2400" dirty="0">
                <a:solidFill>
                  <a:srgbClr val="0071B2"/>
                </a:solidFill>
                <a:latin typeface="Source Sans Pro" panose="020B0503030403020204" pitchFamily="34" charset="0"/>
              </a:rPr>
              <a:t>(des selben Attributs) ausgeben.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noProof="0" dirty="0">
              <a:ln>
                <a:noFill/>
              </a:ln>
              <a:solidFill>
                <a:srgbClr val="0071B2"/>
              </a:solidFill>
              <a:effectLst/>
              <a:uLnTx/>
              <a:uFillTx/>
              <a:latin typeface="Source Sans Pro" panose="020B0503030403020204" pitchFamily="34" charset="0"/>
              <a:ea typeface="+mn-ea"/>
              <a:cs typeface="+mn-cs"/>
            </a:endParaRPr>
          </a:p>
          <a:p>
            <a:pPr marL="342900" lvl="0" indent="-342900">
              <a:buFont typeface="Arial" panose="020B0604020202020204" pitchFamily="34" charset="0"/>
              <a:buChar char="•"/>
              <a:defRPr/>
            </a:pPr>
            <a:r>
              <a:rPr lang="de-DE" sz="2400" noProof="0" dirty="0">
                <a:solidFill>
                  <a:srgbClr val="0071B2"/>
                </a:solidFill>
                <a:latin typeface="Source Sans Pro" panose="020B0503030403020204" pitchFamily="34" charset="0"/>
              </a:rPr>
              <a:t>Ferner wird ein Operator benötigt, der die aus der Mengenlehre bekannte Relation </a:t>
            </a:r>
            <a:r>
              <a:rPr lang="de-DE" sz="2400" i="1" noProof="0" dirty="0">
                <a:solidFill>
                  <a:srgbClr val="0071B2"/>
                </a:solidFill>
                <a:latin typeface="Source Sans Pro" panose="020B0503030403020204" pitchFamily="34" charset="0"/>
              </a:rPr>
              <a:t>„ist Element von“ </a:t>
            </a:r>
            <a:r>
              <a:rPr lang="de-DE" sz="2400" noProof="0" dirty="0">
                <a:solidFill>
                  <a:srgbClr val="0071B2"/>
                </a:solidFill>
                <a:latin typeface="Source Sans Pro" panose="020B0503030403020204" pitchFamily="34" charset="0"/>
              </a:rPr>
              <a:t>zur Verfügung stellt. Dies wird der </a:t>
            </a:r>
            <a:r>
              <a:rPr lang="de-DE" sz="2400" b="1" noProof="0" dirty="0">
                <a:solidFill>
                  <a:srgbClr val="0071B2"/>
                </a:solidFill>
                <a:latin typeface="Source Sans Pro" panose="020B0503030403020204" pitchFamily="34" charset="0"/>
              </a:rPr>
              <a:t>„IN“</a:t>
            </a:r>
            <a:r>
              <a:rPr lang="de-DE" sz="2400" noProof="0" dirty="0">
                <a:solidFill>
                  <a:srgbClr val="0071B2"/>
                </a:solidFill>
                <a:latin typeface="Source Sans Pro" panose="020B0503030403020204" pitchFamily="34" charset="0"/>
              </a:rPr>
              <a:t>-Operator sein, den wir </a:t>
            </a:r>
            <a:r>
              <a:rPr lang="de-DE" sz="2400" dirty="0">
                <a:solidFill>
                  <a:srgbClr val="0071B2"/>
                </a:solidFill>
                <a:latin typeface="Source Sans Pro" panose="020B0503030403020204" pitchFamily="34" charset="0"/>
              </a:rPr>
              <a:t>zunächst </a:t>
            </a:r>
            <a:r>
              <a:rPr lang="de-DE" sz="2400" noProof="0" dirty="0">
                <a:solidFill>
                  <a:srgbClr val="0071B2"/>
                </a:solidFill>
                <a:latin typeface="Source Sans Pro" panose="020B0503030403020204" pitchFamily="34" charset="0"/>
              </a:rPr>
              <a:t>kurz vorstellen, bevor wir ihn im Zusammenhang mit verschachtelten Abfragen verwenden werden.</a:t>
            </a:r>
            <a:endPar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a:ln>
                  <a:noFill/>
                </a:ln>
                <a:solidFill>
                  <a:srgbClr val="0071B2"/>
                </a:solidFill>
                <a:effectLst/>
                <a:uLnTx/>
                <a:uFillTx/>
                <a:latin typeface="Source Sans Pro" panose="020B0503030403020204" pitchFamily="34" charset="0"/>
                <a:ea typeface="+mj-ea"/>
                <a:cs typeface="+mj-cs"/>
              </a:rPr>
              <a:t>Motivation</a:t>
            </a:r>
            <a:endParaRPr kumimoji="0" lang="de-DE" sz="4000" b="0" i="1" u="none" strike="noStrike" kern="1200" cap="none" spc="0" normalizeH="0" baseline="0" noProof="0" dirty="0">
              <a:ln>
                <a:noFill/>
              </a:ln>
              <a:solidFill>
                <a:srgbClr val="FE5000"/>
              </a:solidFill>
              <a:effectLst/>
              <a:uLnTx/>
              <a:uFillTx/>
              <a:latin typeface="Source Sans Pro" panose="020B0503030403020204" pitchFamily="34" charset="0"/>
              <a:ea typeface="+mj-ea"/>
              <a:cs typeface="+mj-cs"/>
            </a:endParaRPr>
          </a:p>
        </p:txBody>
      </p:sp>
    </p:spTree>
    <p:extLst>
      <p:ext uri="{BB962C8B-B14F-4D97-AF65-F5344CB8AC3E}">
        <p14:creationId xmlns:p14="http://schemas.microsoft.com/office/powerpoint/2010/main" val="4011541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a:solidFill>
                  <a:srgbClr val="0071B2"/>
                </a:solidFill>
                <a:latin typeface="Source Sans Pro" panose="020B0503030403020204" pitchFamily="34" charset="0"/>
              </a:rPr>
              <a:t>IN-Operator</a:t>
            </a:r>
            <a:endParaRPr lang="de-DE" sz="4000" b="0" i="1" dirty="0">
              <a:solidFill>
                <a:schemeClr val="accent2"/>
              </a:solidFill>
              <a:latin typeface="Source Sans Pro" panose="020B0503030403020204" pitchFamily="34" charset="0"/>
            </a:endParaRPr>
          </a:p>
        </p:txBody>
      </p:sp>
      <p:sp>
        <p:nvSpPr>
          <p:cNvPr id="13" name="Textfeld 12"/>
          <p:cNvSpPr txBox="1"/>
          <p:nvPr/>
        </p:nvSpPr>
        <p:spPr>
          <a:xfrm>
            <a:off x="729026" y="1271590"/>
            <a:ext cx="11241301" cy="427809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sz="2000" noProof="0" dirty="0">
                <a:solidFill>
                  <a:srgbClr val="0071B2"/>
                </a:solidFill>
                <a:latin typeface="Source Sans Pro" panose="020B0503030403020204" pitchFamily="34" charset="0"/>
              </a:rPr>
              <a:t>Der IN-Operator kann als Abkürzung für mehrgliedrige OR-Verknüpfungen verwendet werden, was zum einen komfortabel ist, und zum anderen die Lesbarkeit des Codes verbessern kann – ein </a:t>
            </a:r>
            <a:r>
              <a:rPr lang="de-DE" sz="2000" b="1" noProof="0" dirty="0">
                <a:solidFill>
                  <a:srgbClr val="0071B2"/>
                </a:solidFill>
                <a:latin typeface="Source Sans Pro" panose="020B0503030403020204" pitchFamily="34" charset="0"/>
              </a:rPr>
              <a:t>Beispiel</a:t>
            </a:r>
            <a:r>
              <a:rPr lang="de-DE" sz="2000" noProof="0" dirty="0">
                <a:solidFill>
                  <a:srgbClr val="0071B2"/>
                </a:solidFill>
                <a:latin typeface="Source Sans Pro" panose="020B0503030403020204" pitchFamily="34" charset="0"/>
              </a:rPr>
              <a:t>:</a:t>
            </a:r>
          </a:p>
          <a:p>
            <a:pPr marR="0" lvl="0" algn="l" defTabSz="914400" rtl="0" eaLnBrk="1" fontAlgn="auto" latinLnBrk="0" hangingPunct="1">
              <a:lnSpc>
                <a:spcPct val="100000"/>
              </a:lnSpc>
              <a:spcBef>
                <a:spcPts val="0"/>
              </a:spcBef>
              <a:spcAft>
                <a:spcPts val="0"/>
              </a:spcAft>
              <a:buClrTx/>
              <a:buSzTx/>
              <a:tabLst/>
              <a:defRPr/>
            </a:pPr>
            <a:endParaRPr kumimoji="0" lang="de-DE" sz="2000" b="0" i="0" u="none" strike="noStrike" kern="1200" cap="none" spc="0" normalizeH="0" dirty="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sz="2000" noProof="0" dirty="0">
                <a:solidFill>
                  <a:srgbClr val="0071B2"/>
                </a:solidFill>
                <a:latin typeface="Source Sans Pro" panose="020B0503030403020204" pitchFamily="34" charset="0"/>
              </a:rPr>
              <a:t>Nachname aller Kunden mit ID=</a:t>
            </a:r>
            <a:r>
              <a:rPr lang="de-DE" sz="2000" b="1" noProof="0" dirty="0">
                <a:solidFill>
                  <a:srgbClr val="00B050"/>
                </a:solidFill>
                <a:latin typeface="Source Sans Pro" panose="020B0503030403020204" pitchFamily="34" charset="0"/>
              </a:rPr>
              <a:t>1</a:t>
            </a:r>
            <a:r>
              <a:rPr lang="de-DE" sz="2000" noProof="0" dirty="0">
                <a:solidFill>
                  <a:srgbClr val="0071B2"/>
                </a:solidFill>
                <a:latin typeface="Source Sans Pro" panose="020B0503030403020204" pitchFamily="34" charset="0"/>
              </a:rPr>
              <a:t> oder </a:t>
            </a:r>
            <a:r>
              <a:rPr lang="de-DE" sz="2000" b="1" noProof="0" dirty="0">
                <a:solidFill>
                  <a:srgbClr val="00B050"/>
                </a:solidFill>
                <a:latin typeface="Source Sans Pro" panose="020B0503030403020204" pitchFamily="34" charset="0"/>
              </a:rPr>
              <a:t>2</a:t>
            </a:r>
            <a:r>
              <a:rPr lang="de-DE" sz="2000" noProof="0" dirty="0">
                <a:solidFill>
                  <a:srgbClr val="0071B2"/>
                </a:solidFill>
                <a:latin typeface="Source Sans Pro" panose="020B0503030403020204" pitchFamily="34" charset="0"/>
              </a:rPr>
              <a:t> oder </a:t>
            </a:r>
            <a:r>
              <a:rPr lang="de-DE" sz="2000" b="1" noProof="0" dirty="0">
                <a:solidFill>
                  <a:srgbClr val="00B050"/>
                </a:solidFill>
                <a:latin typeface="Source Sans Pro" panose="020B0503030403020204" pitchFamily="34" charset="0"/>
              </a:rPr>
              <a:t>5 </a:t>
            </a:r>
            <a:r>
              <a:rPr lang="de-DE" sz="2000" noProof="0" dirty="0">
                <a:solidFill>
                  <a:srgbClr val="0071B2"/>
                </a:solidFill>
                <a:latin typeface="Source Sans Pro" panose="020B0503030403020204" pitchFamily="34" charset="0"/>
              </a:rPr>
              <a:t>oder </a:t>
            </a:r>
            <a:r>
              <a:rPr lang="de-DE" sz="2000" b="1" noProof="0" dirty="0">
                <a:solidFill>
                  <a:srgbClr val="00B050"/>
                </a:solidFill>
                <a:latin typeface="Source Sans Pro" panose="020B0503030403020204" pitchFamily="34" charset="0"/>
              </a:rPr>
              <a:t>7</a:t>
            </a:r>
            <a:r>
              <a:rPr lang="de-DE" sz="2000" noProof="0" dirty="0">
                <a:solidFill>
                  <a:srgbClr val="0071B2"/>
                </a:solidFill>
                <a:latin typeface="Source Sans Pro" panose="020B0503030403020204" pitchFamily="34" charset="0"/>
              </a:rPr>
              <a:t>:</a:t>
            </a:r>
            <a:endParaRPr kumimoji="0" lang="de-DE" sz="800" b="0" i="0" u="none" strike="noStrike" kern="1200" cap="none" spc="0" normalizeH="0" dirty="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sz="2000" dirty="0">
                <a:solidFill>
                  <a:srgbClr val="0071B2"/>
                </a:solidFill>
                <a:latin typeface="Source Sans Pro" panose="020B0503030403020204" pitchFamily="34" charset="0"/>
              </a:rPr>
              <a:t>	</a:t>
            </a:r>
            <a:r>
              <a:rPr lang="de-DE" sz="1200" b="1" noProof="0" dirty="0">
                <a:solidFill>
                  <a:srgbClr val="0071B2"/>
                </a:solidFill>
                <a:latin typeface="Source Sans Pro" panose="020B0503030403020204" pitchFamily="34" charset="0"/>
              </a:rPr>
              <a:t>Lösung mit den bereits bekannten Techniken:</a:t>
            </a:r>
            <a:endParaRPr kumimoji="0" lang="de-DE" sz="1200" b="1" i="0" u="none" strike="noStrike" kern="1200" cap="none" spc="0" normalizeH="0" noProof="0" dirty="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sz="1200" b="1" dirty="0">
                <a:solidFill>
                  <a:srgbClr val="0071B2"/>
                </a:solidFill>
                <a:latin typeface="Source Sans Pro" panose="020B0503030403020204" pitchFamily="34" charset="0"/>
                <a:ea typeface="+mn-ea"/>
                <a:cs typeface="+mn-cs"/>
              </a:rPr>
              <a:t>	</a:t>
            </a:r>
            <a:r>
              <a:rPr lang="de-DE" sz="2400" b="1" dirty="0">
                <a:solidFill>
                  <a:srgbClr val="0071B2"/>
                </a:solidFill>
                <a:latin typeface="Source Sans Pro" panose="020B0503030403020204" pitchFamily="34" charset="0"/>
              </a:rPr>
              <a:t>SELECT </a:t>
            </a:r>
            <a:r>
              <a:rPr lang="de-DE" sz="2400" dirty="0">
                <a:solidFill>
                  <a:srgbClr val="0071B2"/>
                </a:solidFill>
                <a:latin typeface="Source Sans Pro" panose="020B0503030403020204" pitchFamily="34" charset="0"/>
              </a:rPr>
              <a:t>Nachname</a:t>
            </a:r>
            <a:r>
              <a:rPr lang="de-DE" sz="2400" b="1" dirty="0">
                <a:solidFill>
                  <a:srgbClr val="0071B2"/>
                </a:solidFill>
                <a:latin typeface="Source Sans Pro" panose="020B0503030403020204" pitchFamily="34" charset="0"/>
              </a:rPr>
              <a:t> From </a:t>
            </a:r>
            <a:r>
              <a:rPr lang="de-DE" sz="2400" dirty="0">
                <a:solidFill>
                  <a:srgbClr val="0071B2"/>
                </a:solidFill>
                <a:latin typeface="Source Sans Pro" panose="020B0503030403020204" pitchFamily="34" charset="0"/>
              </a:rPr>
              <a:t>Kunde</a:t>
            </a:r>
          </a:p>
          <a:p>
            <a:pPr marR="0" lvl="0" algn="l" defTabSz="914400" rtl="0" eaLnBrk="1" fontAlgn="auto" latinLnBrk="0" hangingPunct="1">
              <a:lnSpc>
                <a:spcPct val="100000"/>
              </a:lnSpc>
              <a:spcBef>
                <a:spcPts val="0"/>
              </a:spcBef>
              <a:spcAft>
                <a:spcPts val="0"/>
              </a:spcAft>
              <a:buClrTx/>
              <a:buSzTx/>
              <a:tabLst/>
              <a:defRPr/>
            </a:pPr>
            <a:r>
              <a:rPr kumimoji="0" lang="de-DE" sz="2400" b="1" i="0" u="none" strike="noStrike" kern="1200" cap="none" spc="0" normalizeH="0" noProof="0" dirty="0">
                <a:ln>
                  <a:noFill/>
                </a:ln>
                <a:solidFill>
                  <a:srgbClr val="0071B2"/>
                </a:solidFill>
                <a:effectLst/>
                <a:uLnTx/>
                <a:uFillTx/>
                <a:latin typeface="Source Sans Pro" panose="020B0503030403020204" pitchFamily="34" charset="0"/>
              </a:rPr>
              <a:t>	WHERE </a:t>
            </a:r>
            <a:r>
              <a:rPr kumimoji="0" lang="de-DE" sz="2400" i="0" u="none" strike="noStrike" kern="1200" cap="none" spc="0" normalizeH="0" noProof="0" dirty="0">
                <a:ln>
                  <a:noFill/>
                </a:ln>
                <a:solidFill>
                  <a:srgbClr val="0071B2"/>
                </a:solidFill>
                <a:effectLst/>
                <a:uLnTx/>
                <a:uFillTx/>
                <a:latin typeface="Source Sans Pro" panose="020B0503030403020204" pitchFamily="34" charset="0"/>
              </a:rPr>
              <a:t>Kunde_ID</a:t>
            </a:r>
            <a:r>
              <a:rPr kumimoji="0" lang="de-DE" sz="2400" b="1" i="0" u="none" strike="noStrike" kern="1200" cap="none" spc="0" normalizeH="0" noProof="0" dirty="0">
                <a:ln>
                  <a:noFill/>
                </a:ln>
                <a:solidFill>
                  <a:srgbClr val="0071B2"/>
                </a:solidFill>
                <a:effectLst/>
                <a:uLnTx/>
                <a:uFillTx/>
                <a:latin typeface="Source Sans Pro" panose="020B0503030403020204" pitchFamily="34" charset="0"/>
              </a:rPr>
              <a:t>=</a:t>
            </a:r>
            <a:r>
              <a:rPr kumimoji="0" lang="de-DE" sz="2400" i="0" u="none" strike="noStrike" kern="1200" cap="none" spc="0" normalizeH="0" noProof="0" dirty="0">
                <a:ln>
                  <a:noFill/>
                </a:ln>
                <a:solidFill>
                  <a:srgbClr val="00B050"/>
                </a:solidFill>
                <a:effectLst/>
                <a:uLnTx/>
                <a:uFillTx/>
                <a:latin typeface="Source Sans Pro" panose="020B0503030403020204" pitchFamily="34" charset="0"/>
              </a:rPr>
              <a:t>1</a:t>
            </a:r>
            <a:r>
              <a:rPr kumimoji="0" lang="de-DE" sz="2400" b="1" i="0" u="none" strike="noStrike" kern="1200" cap="none" spc="0" normalizeH="0" noProof="0" dirty="0">
                <a:ln>
                  <a:noFill/>
                </a:ln>
                <a:solidFill>
                  <a:srgbClr val="0071B2"/>
                </a:solidFill>
                <a:effectLst/>
                <a:uLnTx/>
                <a:uFillTx/>
                <a:latin typeface="Source Sans Pro" panose="020B0503030403020204" pitchFamily="34" charset="0"/>
              </a:rPr>
              <a:t> OR </a:t>
            </a:r>
            <a:r>
              <a:rPr kumimoji="0" lang="de-DE" sz="2400" i="0" u="none" strike="noStrike" kern="1200" cap="none" spc="0" normalizeH="0" noProof="0" dirty="0">
                <a:ln>
                  <a:noFill/>
                </a:ln>
                <a:solidFill>
                  <a:srgbClr val="0071B2"/>
                </a:solidFill>
                <a:effectLst/>
                <a:uLnTx/>
                <a:uFillTx/>
                <a:latin typeface="Source Sans Pro" panose="020B0503030403020204" pitchFamily="34" charset="0"/>
              </a:rPr>
              <a:t>Kunde_ID</a:t>
            </a:r>
            <a:r>
              <a:rPr kumimoji="0" lang="de-DE" sz="2400" b="1" i="0" u="none" strike="noStrike" kern="1200" cap="none" spc="0" normalizeH="0" noProof="0" dirty="0">
                <a:ln>
                  <a:noFill/>
                </a:ln>
                <a:solidFill>
                  <a:srgbClr val="0071B2"/>
                </a:solidFill>
                <a:effectLst/>
                <a:uLnTx/>
                <a:uFillTx/>
                <a:latin typeface="Source Sans Pro" panose="020B0503030403020204" pitchFamily="34" charset="0"/>
              </a:rPr>
              <a:t>=</a:t>
            </a:r>
            <a:r>
              <a:rPr kumimoji="0" lang="de-DE" sz="2400" i="0" u="none" strike="noStrike" kern="1200" cap="none" spc="0" normalizeH="0" noProof="0" dirty="0">
                <a:ln>
                  <a:noFill/>
                </a:ln>
                <a:solidFill>
                  <a:srgbClr val="00B050"/>
                </a:solidFill>
                <a:effectLst/>
                <a:uLnTx/>
                <a:uFillTx/>
                <a:latin typeface="Source Sans Pro" panose="020B0503030403020204" pitchFamily="34" charset="0"/>
              </a:rPr>
              <a:t>2</a:t>
            </a:r>
            <a:r>
              <a:rPr kumimoji="0" lang="de-DE" sz="2400" b="1" i="0" u="none" strike="noStrike" kern="1200" cap="none" spc="0" normalizeH="0" noProof="0" dirty="0">
                <a:ln>
                  <a:noFill/>
                </a:ln>
                <a:solidFill>
                  <a:srgbClr val="0071B2"/>
                </a:solidFill>
                <a:effectLst/>
                <a:uLnTx/>
                <a:uFillTx/>
                <a:latin typeface="Source Sans Pro" panose="020B0503030403020204" pitchFamily="34" charset="0"/>
              </a:rPr>
              <a:t> OR </a:t>
            </a:r>
            <a:r>
              <a:rPr kumimoji="0" lang="de-DE" sz="2400" i="0" u="none" strike="noStrike" kern="1200" cap="none" spc="0" normalizeH="0" noProof="0" dirty="0">
                <a:ln>
                  <a:noFill/>
                </a:ln>
                <a:solidFill>
                  <a:srgbClr val="0071B2"/>
                </a:solidFill>
                <a:effectLst/>
                <a:uLnTx/>
                <a:uFillTx/>
                <a:latin typeface="Source Sans Pro" panose="020B0503030403020204" pitchFamily="34" charset="0"/>
              </a:rPr>
              <a:t>Kunde_ID</a:t>
            </a:r>
            <a:r>
              <a:rPr kumimoji="0" lang="de-DE" sz="2400" b="1" i="0" u="none" strike="noStrike" kern="1200" cap="none" spc="0" normalizeH="0" noProof="0" dirty="0">
                <a:ln>
                  <a:noFill/>
                </a:ln>
                <a:solidFill>
                  <a:srgbClr val="0071B2"/>
                </a:solidFill>
                <a:effectLst/>
                <a:uLnTx/>
                <a:uFillTx/>
                <a:latin typeface="Source Sans Pro" panose="020B0503030403020204" pitchFamily="34" charset="0"/>
              </a:rPr>
              <a:t>=</a:t>
            </a:r>
            <a:r>
              <a:rPr kumimoji="0" lang="de-DE" sz="2400" i="0" u="none" strike="noStrike" kern="1200" cap="none" spc="0" normalizeH="0" noProof="0" dirty="0">
                <a:ln>
                  <a:noFill/>
                </a:ln>
                <a:solidFill>
                  <a:srgbClr val="00B050"/>
                </a:solidFill>
                <a:effectLst/>
                <a:uLnTx/>
                <a:uFillTx/>
                <a:latin typeface="Source Sans Pro" panose="020B0503030403020204" pitchFamily="34" charset="0"/>
              </a:rPr>
              <a:t>5</a:t>
            </a:r>
            <a:r>
              <a:rPr kumimoji="0" lang="de-DE" sz="2400" b="1" i="0" u="none" strike="noStrike" kern="1200" cap="none" spc="0" normalizeH="0" noProof="0" dirty="0">
                <a:ln>
                  <a:noFill/>
                </a:ln>
                <a:solidFill>
                  <a:srgbClr val="0071B2"/>
                </a:solidFill>
                <a:effectLst/>
                <a:uLnTx/>
                <a:uFillTx/>
                <a:latin typeface="Source Sans Pro" panose="020B0503030403020204" pitchFamily="34" charset="0"/>
              </a:rPr>
              <a:t> OR </a:t>
            </a:r>
            <a:r>
              <a:rPr kumimoji="0" lang="de-DE" sz="2400" i="0" u="none" strike="noStrike" kern="1200" cap="none" spc="0" normalizeH="0" noProof="0" dirty="0">
                <a:ln>
                  <a:noFill/>
                </a:ln>
                <a:solidFill>
                  <a:srgbClr val="0071B2"/>
                </a:solidFill>
                <a:effectLst/>
                <a:uLnTx/>
                <a:uFillTx/>
                <a:latin typeface="Source Sans Pro" panose="020B0503030403020204" pitchFamily="34" charset="0"/>
              </a:rPr>
              <a:t>Kunde_ID</a:t>
            </a:r>
            <a:r>
              <a:rPr kumimoji="0" lang="de-DE" sz="2400" b="1" i="0" u="none" strike="noStrike" kern="1200" cap="none" spc="0" normalizeH="0" noProof="0" dirty="0">
                <a:ln>
                  <a:noFill/>
                </a:ln>
                <a:solidFill>
                  <a:srgbClr val="0071B2"/>
                </a:solidFill>
                <a:effectLst/>
                <a:uLnTx/>
                <a:uFillTx/>
                <a:latin typeface="Source Sans Pro" panose="020B0503030403020204" pitchFamily="34" charset="0"/>
              </a:rPr>
              <a:t>=</a:t>
            </a:r>
            <a:r>
              <a:rPr kumimoji="0" lang="de-DE" sz="2400" i="0" u="none" strike="noStrike" kern="1200" cap="none" spc="0" normalizeH="0" noProof="0" dirty="0">
                <a:ln>
                  <a:noFill/>
                </a:ln>
                <a:solidFill>
                  <a:srgbClr val="00B050"/>
                </a:solidFill>
                <a:effectLst/>
                <a:uLnTx/>
                <a:uFillTx/>
                <a:latin typeface="Source Sans Pro" panose="020B0503030403020204" pitchFamily="34" charset="0"/>
              </a:rPr>
              <a:t>7</a:t>
            </a:r>
            <a:r>
              <a:rPr kumimoji="0" lang="de-DE" sz="2400" b="1" i="0" u="none" strike="noStrike" kern="1200" cap="none" spc="0" normalizeH="0" noProof="0" dirty="0">
                <a:ln>
                  <a:noFill/>
                </a:ln>
                <a:solidFill>
                  <a:srgbClr val="0071B2"/>
                </a:solidFill>
                <a:effectLst/>
                <a:uLnTx/>
                <a:uFillTx/>
                <a:latin typeface="Source Sans Pro" panose="020B0503030403020204" pitchFamily="34" charset="0"/>
              </a:rPr>
              <a:t>;</a:t>
            </a:r>
          </a:p>
          <a:p>
            <a:pPr marR="0" lvl="0" algn="l" defTabSz="914400" rtl="0" eaLnBrk="1" fontAlgn="auto" latinLnBrk="0" hangingPunct="1">
              <a:lnSpc>
                <a:spcPct val="100000"/>
              </a:lnSpc>
              <a:spcBef>
                <a:spcPts val="0"/>
              </a:spcBef>
              <a:spcAft>
                <a:spcPts val="0"/>
              </a:spcAft>
              <a:buClrTx/>
              <a:buSzTx/>
              <a:tabLst/>
              <a:defRPr/>
            </a:pPr>
            <a:endParaRPr lang="de-DE" sz="2400" b="1" dirty="0">
              <a:solidFill>
                <a:srgbClr val="0071B2"/>
              </a:solidFill>
              <a:latin typeface="Source Sans Pro" panose="020B0503030403020204" pitchFamily="34" charset="0"/>
            </a:endParaRPr>
          </a:p>
          <a:p>
            <a:pPr lvl="0">
              <a:defRPr/>
            </a:pPr>
            <a:r>
              <a:rPr lang="de-DE" sz="1200" b="1" dirty="0">
                <a:solidFill>
                  <a:srgbClr val="0071B2"/>
                </a:solidFill>
                <a:latin typeface="Source Sans Pro" panose="020B0503030403020204" pitchFamily="34" charset="0"/>
              </a:rPr>
              <a:t>	Lösung mittels IN-Operator:</a:t>
            </a:r>
          </a:p>
          <a:p>
            <a:pPr lvl="0">
              <a:defRPr/>
            </a:pPr>
            <a:r>
              <a:rPr lang="de-DE" sz="1200" b="1" dirty="0">
                <a:solidFill>
                  <a:srgbClr val="0071B2"/>
                </a:solidFill>
                <a:latin typeface="Source Sans Pro" panose="020B0503030403020204" pitchFamily="34" charset="0"/>
              </a:rPr>
              <a:t>	</a:t>
            </a:r>
            <a:r>
              <a:rPr lang="de-DE" sz="2400" b="1" dirty="0">
                <a:solidFill>
                  <a:srgbClr val="0071B2"/>
                </a:solidFill>
                <a:latin typeface="Source Sans Pro" panose="020B0503030403020204" pitchFamily="34" charset="0"/>
              </a:rPr>
              <a:t>SELECT </a:t>
            </a:r>
            <a:r>
              <a:rPr lang="de-DE" sz="2400" dirty="0">
                <a:solidFill>
                  <a:srgbClr val="0071B2"/>
                </a:solidFill>
                <a:latin typeface="Source Sans Pro" panose="020B0503030403020204" pitchFamily="34" charset="0"/>
              </a:rPr>
              <a:t>Nachname</a:t>
            </a:r>
            <a:r>
              <a:rPr lang="de-DE" sz="2400" b="1" dirty="0">
                <a:solidFill>
                  <a:srgbClr val="0071B2"/>
                </a:solidFill>
                <a:latin typeface="Source Sans Pro" panose="020B0503030403020204" pitchFamily="34" charset="0"/>
              </a:rPr>
              <a:t> From </a:t>
            </a:r>
            <a:r>
              <a:rPr lang="de-DE" sz="2400" dirty="0">
                <a:solidFill>
                  <a:srgbClr val="0071B2"/>
                </a:solidFill>
                <a:latin typeface="Source Sans Pro" panose="020B0503030403020204" pitchFamily="34" charset="0"/>
              </a:rPr>
              <a:t>Kunde</a:t>
            </a:r>
          </a:p>
          <a:p>
            <a:pPr lvl="0">
              <a:defRPr/>
            </a:pPr>
            <a:r>
              <a:rPr lang="de-DE" sz="2400" b="1" dirty="0">
                <a:solidFill>
                  <a:srgbClr val="0071B2"/>
                </a:solidFill>
                <a:latin typeface="Source Sans Pro" panose="020B0503030403020204" pitchFamily="34" charset="0"/>
              </a:rPr>
              <a:t>	WHERE </a:t>
            </a:r>
            <a:r>
              <a:rPr lang="de-DE" sz="2400" dirty="0">
                <a:solidFill>
                  <a:srgbClr val="0071B2"/>
                </a:solidFill>
                <a:latin typeface="Source Sans Pro" panose="020B0503030403020204" pitchFamily="34" charset="0"/>
              </a:rPr>
              <a:t>Kunde_ID </a:t>
            </a:r>
            <a:r>
              <a:rPr lang="de-DE" sz="2400" b="1" dirty="0">
                <a:solidFill>
                  <a:schemeClr val="accent2"/>
                </a:solidFill>
                <a:latin typeface="Source Sans Pro" panose="020B0503030403020204" pitchFamily="34" charset="0"/>
              </a:rPr>
              <a:t>IN(</a:t>
            </a:r>
            <a:r>
              <a:rPr lang="de-DE" sz="2400" dirty="0">
                <a:solidFill>
                  <a:srgbClr val="00B050"/>
                </a:solidFill>
                <a:latin typeface="Source Sans Pro" panose="020B0503030403020204" pitchFamily="34" charset="0"/>
              </a:rPr>
              <a:t>1</a:t>
            </a:r>
            <a:r>
              <a:rPr lang="de-DE" sz="2400" b="1" dirty="0">
                <a:solidFill>
                  <a:srgbClr val="0071B2"/>
                </a:solidFill>
                <a:latin typeface="Source Sans Pro" panose="020B0503030403020204" pitchFamily="34" charset="0"/>
              </a:rPr>
              <a:t>,</a:t>
            </a:r>
            <a:r>
              <a:rPr lang="de-DE" sz="2400" dirty="0">
                <a:solidFill>
                  <a:srgbClr val="00B050"/>
                </a:solidFill>
                <a:latin typeface="Source Sans Pro" panose="020B0503030403020204" pitchFamily="34" charset="0"/>
              </a:rPr>
              <a:t>2</a:t>
            </a:r>
            <a:r>
              <a:rPr lang="de-DE" sz="2400" b="1" dirty="0">
                <a:solidFill>
                  <a:srgbClr val="0071B2"/>
                </a:solidFill>
                <a:latin typeface="Source Sans Pro" panose="020B0503030403020204" pitchFamily="34" charset="0"/>
              </a:rPr>
              <a:t>,</a:t>
            </a:r>
            <a:r>
              <a:rPr lang="de-DE" sz="2400" dirty="0">
                <a:solidFill>
                  <a:srgbClr val="00B050"/>
                </a:solidFill>
                <a:latin typeface="Source Sans Pro" panose="020B0503030403020204" pitchFamily="34" charset="0"/>
              </a:rPr>
              <a:t>5</a:t>
            </a:r>
            <a:r>
              <a:rPr lang="de-DE" sz="2400" b="1" dirty="0">
                <a:solidFill>
                  <a:srgbClr val="0071B2"/>
                </a:solidFill>
                <a:latin typeface="Source Sans Pro" panose="020B0503030403020204" pitchFamily="34" charset="0"/>
              </a:rPr>
              <a:t>,</a:t>
            </a:r>
            <a:r>
              <a:rPr lang="de-DE" sz="2400" dirty="0">
                <a:solidFill>
                  <a:srgbClr val="00B050"/>
                </a:solidFill>
                <a:latin typeface="Source Sans Pro" panose="020B0503030403020204" pitchFamily="34" charset="0"/>
              </a:rPr>
              <a:t>7</a:t>
            </a:r>
            <a:r>
              <a:rPr lang="de-DE" sz="2400" b="1" dirty="0">
                <a:solidFill>
                  <a:schemeClr val="accent2"/>
                </a:solidFill>
                <a:latin typeface="Source Sans Pro" panose="020B0503030403020204" pitchFamily="34" charset="0"/>
              </a:rPr>
              <a:t>)</a:t>
            </a:r>
            <a:r>
              <a:rPr lang="de-DE" sz="2400" b="1" dirty="0">
                <a:solidFill>
                  <a:srgbClr val="0071B2"/>
                </a:solidFill>
                <a:latin typeface="Source Sans Pro" panose="020B0503030403020204" pitchFamily="34" charset="0"/>
              </a:rPr>
              <a:t>;</a:t>
            </a:r>
          </a:p>
          <a:p>
            <a:pPr marR="0" lvl="0" algn="l" defTabSz="914400" rtl="0" eaLnBrk="1" fontAlgn="auto" latinLnBrk="0" hangingPunct="1">
              <a:lnSpc>
                <a:spcPct val="100000"/>
              </a:lnSpc>
              <a:spcBef>
                <a:spcPts val="0"/>
              </a:spcBef>
              <a:spcAft>
                <a:spcPts val="0"/>
              </a:spcAft>
              <a:buClrTx/>
              <a:buSzTx/>
              <a:tabLst/>
              <a:defRPr/>
            </a:pPr>
            <a:endParaRPr kumimoji="0" lang="de-DE" sz="2400" b="1" i="0" u="none" strike="noStrike" kern="1200" cap="none" spc="0" normalizeH="0" noProof="0" dirty="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p:txBody>
      </p:sp>
      <p:pic>
        <p:nvPicPr>
          <p:cNvPr id="10" name="Grafik 9"/>
          <p:cNvPicPr>
            <a:picLocks noChangeAspect="1"/>
          </p:cNvPicPr>
          <p:nvPr/>
        </p:nvPicPr>
        <p:blipFill>
          <a:blip r:embed="rId2"/>
          <a:stretch>
            <a:fillRect/>
          </a:stretch>
        </p:blipFill>
        <p:spPr>
          <a:xfrm>
            <a:off x="6125065" y="4092359"/>
            <a:ext cx="828675" cy="1457325"/>
          </a:xfrm>
          <a:prstGeom prst="rect">
            <a:avLst/>
          </a:prstGeom>
          <a:effectLst>
            <a:innerShdw blurRad="114300">
              <a:prstClr val="black"/>
            </a:innerShdw>
          </a:effectLst>
        </p:spPr>
      </p:pic>
    </p:spTree>
    <p:extLst>
      <p:ext uri="{BB962C8B-B14F-4D97-AF65-F5344CB8AC3E}">
        <p14:creationId xmlns:p14="http://schemas.microsoft.com/office/powerpoint/2010/main" val="2476862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19696" y="962749"/>
            <a:ext cx="10976310" cy="560153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lang="de-DE" b="1" dirty="0">
                <a:solidFill>
                  <a:srgbClr val="0071B2"/>
                </a:solidFill>
                <a:latin typeface="Source Sans Pro" panose="020B0503030403020204" pitchFamily="34" charset="0"/>
              </a:rPr>
              <a:t>Aufgabenstellung: </a:t>
            </a:r>
            <a:r>
              <a:rPr lang="de-DE" sz="1200" dirty="0">
                <a:solidFill>
                  <a:srgbClr val="0071B2"/>
                </a:solidFill>
                <a:latin typeface="Source Sans Pro" panose="020B0503030403020204" pitchFamily="34" charset="0"/>
              </a:rPr>
              <a:t>(wie üblich beziehen wir uns auf die Datenbank „Geld_her“)</a:t>
            </a:r>
          </a:p>
          <a:p>
            <a:pPr marR="0" lvl="0" algn="l" defTabSz="914400" rtl="0" eaLnBrk="1" fontAlgn="auto" latinLnBrk="0" hangingPunct="1">
              <a:lnSpc>
                <a:spcPct val="100000"/>
              </a:lnSpc>
              <a:spcBef>
                <a:spcPts val="0"/>
              </a:spcBef>
              <a:spcAft>
                <a:spcPts val="0"/>
              </a:spcAft>
              <a:buClrTx/>
              <a:buSzTx/>
              <a:tabLst/>
              <a:defRPr/>
            </a:pPr>
            <a:r>
              <a:rPr lang="de-DE" sz="1600" dirty="0">
                <a:solidFill>
                  <a:srgbClr val="0071B2"/>
                </a:solidFill>
                <a:latin typeface="Source Sans Pro" panose="020B0503030403020204" pitchFamily="34" charset="0"/>
              </a:rPr>
              <a:t>Gesucht werden alle Kalenderdaten, an denen mindestens 1 Produkt bestellt wurde, das auch schon auf der  Abrechnung 1 bestellt (bzw. gekauft) worden ist. Ausgabe chronologisch sortiert nach Kalenderdatum.</a:t>
            </a:r>
          </a:p>
          <a:p>
            <a:pPr marR="0" lvl="0" algn="l" defTabSz="914400" rtl="0" eaLnBrk="1" fontAlgn="auto" latinLnBrk="0" hangingPunct="1">
              <a:lnSpc>
                <a:spcPct val="100000"/>
              </a:lnSpc>
              <a:spcBef>
                <a:spcPts val="0"/>
              </a:spcBef>
              <a:spcAft>
                <a:spcPts val="0"/>
              </a:spcAft>
              <a:buClrTx/>
              <a:buSzTx/>
              <a:tabLst/>
              <a:defRPr/>
            </a:pPr>
            <a:endParaRPr lang="de-DE"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sz="1600" dirty="0">
                <a:solidFill>
                  <a:srgbClr val="0071B2"/>
                </a:solidFill>
                <a:latin typeface="Source Sans Pro" panose="020B0503030403020204" pitchFamily="34" charset="0"/>
              </a:rPr>
              <a:t>Wir formulieren zunächst den entsprechenden </a:t>
            </a:r>
            <a:r>
              <a:rPr lang="de-DE" sz="1600" dirty="0">
                <a:solidFill>
                  <a:srgbClr val="00B050"/>
                </a:solidFill>
                <a:latin typeface="Source Sans Pro" panose="020B0503030403020204" pitchFamily="34" charset="0"/>
              </a:rPr>
              <a:t>Subselect</a:t>
            </a:r>
            <a:r>
              <a:rPr lang="de-DE" sz="1600" dirty="0">
                <a:solidFill>
                  <a:srgbClr val="0071B2"/>
                </a:solidFill>
                <a:latin typeface="Source Sans Pro" panose="020B0503030403020204" pitchFamily="34" charset="0"/>
              </a:rPr>
              <a:t>:</a:t>
            </a:r>
          </a:p>
          <a:p>
            <a:pPr marL="342900" marR="0" lvl="0" indent="-342900" algn="l" defTabSz="914400" rtl="0" eaLnBrk="1" fontAlgn="auto" latinLnBrk="0" hangingPunct="1">
              <a:lnSpc>
                <a:spcPct val="100000"/>
              </a:lnSpc>
              <a:spcBef>
                <a:spcPts val="0"/>
              </a:spcBef>
              <a:spcAft>
                <a:spcPts val="0"/>
              </a:spcAft>
              <a:buClrTx/>
              <a:buSzTx/>
              <a:buAutoNum type="arabicPeriod"/>
              <a:tabLst/>
              <a:defRPr/>
            </a:pPr>
            <a:endParaRPr lang="de-DE" sz="800" dirty="0">
              <a:solidFill>
                <a:srgbClr val="0071B2"/>
              </a:solidFill>
              <a:latin typeface="Source Sans Pro" panose="020B0503030403020204" pitchFamily="34" charset="0"/>
            </a:endParaRPr>
          </a:p>
          <a:p>
            <a:pPr>
              <a:defRPr/>
            </a:pPr>
            <a:r>
              <a:rPr lang="de-DE" b="1" dirty="0">
                <a:solidFill>
                  <a:srgbClr val="0071B2"/>
                </a:solidFill>
                <a:latin typeface="Source Sans Pro" panose="020B0503030403020204" pitchFamily="34" charset="0"/>
              </a:rPr>
              <a:t>	</a:t>
            </a:r>
            <a:r>
              <a:rPr lang="de-DE" sz="1600" b="1" dirty="0">
                <a:solidFill>
                  <a:srgbClr val="00B050"/>
                </a:solidFill>
                <a:latin typeface="Source Sans Pro" panose="020B0503030403020204" pitchFamily="34" charset="0"/>
              </a:rPr>
              <a:t>SELECT DISTINCT </a:t>
            </a:r>
            <a:r>
              <a:rPr lang="de-DE" sz="1600" dirty="0">
                <a:solidFill>
                  <a:srgbClr val="00B050"/>
                </a:solidFill>
                <a:latin typeface="Source Sans Pro" panose="020B0503030403020204" pitchFamily="34" charset="0"/>
              </a:rPr>
              <a:t>Produkt_ID </a:t>
            </a:r>
          </a:p>
          <a:p>
            <a:pPr>
              <a:defRPr/>
            </a:pPr>
            <a:r>
              <a:rPr lang="de-DE" sz="1600" b="1" dirty="0">
                <a:solidFill>
                  <a:srgbClr val="00B050"/>
                </a:solidFill>
                <a:latin typeface="Source Sans Pro" panose="020B0503030403020204" pitchFamily="34" charset="0"/>
              </a:rPr>
              <a:t>	FROM </a:t>
            </a:r>
            <a:r>
              <a:rPr lang="de-DE" sz="1600" dirty="0">
                <a:solidFill>
                  <a:srgbClr val="00B050"/>
                </a:solidFill>
                <a:latin typeface="Source Sans Pro" panose="020B0503030403020204" pitchFamily="34" charset="0"/>
              </a:rPr>
              <a:t>Abrechnung_Produkt</a:t>
            </a:r>
          </a:p>
          <a:p>
            <a:pPr>
              <a:defRPr/>
            </a:pPr>
            <a:r>
              <a:rPr lang="de-DE" sz="1600" b="1" dirty="0">
                <a:solidFill>
                  <a:srgbClr val="00B050"/>
                </a:solidFill>
                <a:latin typeface="Source Sans Pro" panose="020B0503030403020204" pitchFamily="34" charset="0"/>
              </a:rPr>
              <a:t>	WHERE </a:t>
            </a:r>
            <a:r>
              <a:rPr lang="de-DE" sz="1600" dirty="0">
                <a:solidFill>
                  <a:srgbClr val="00B050"/>
                </a:solidFill>
                <a:latin typeface="Source Sans Pro" panose="020B0503030403020204" pitchFamily="34" charset="0"/>
              </a:rPr>
              <a:t>Abrechnung_ID</a:t>
            </a:r>
            <a:r>
              <a:rPr lang="de-DE" sz="1600" b="1" dirty="0">
                <a:solidFill>
                  <a:srgbClr val="00B050"/>
                </a:solidFill>
                <a:latin typeface="Source Sans Pro" panose="020B0503030403020204" pitchFamily="34" charset="0"/>
              </a:rPr>
              <a:t>=</a:t>
            </a:r>
            <a:r>
              <a:rPr lang="de-DE" sz="1600" dirty="0">
                <a:solidFill>
                  <a:srgbClr val="00B050"/>
                </a:solidFill>
                <a:latin typeface="Source Sans Pro" panose="020B0503030403020204" pitchFamily="34" charset="0"/>
              </a:rPr>
              <a:t>1</a:t>
            </a:r>
            <a:r>
              <a:rPr lang="de-DE" sz="1600" b="1" dirty="0">
                <a:solidFill>
                  <a:srgbClr val="0071B2"/>
                </a:solidFill>
                <a:latin typeface="Source Sans Pro" panose="020B0503030403020204" pitchFamily="34" charset="0"/>
              </a:rPr>
              <a:t>;</a:t>
            </a:r>
            <a:endParaRPr lang="de-DE" sz="1600"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lang="de-DE" sz="1200"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sz="1600" dirty="0">
                <a:solidFill>
                  <a:srgbClr val="0071B2"/>
                </a:solidFill>
                <a:latin typeface="Source Sans Pro" panose="020B0503030403020204" pitchFamily="34" charset="0"/>
              </a:rPr>
              <a:t>Für die verschachtelte Abfrage benötigen wir dann den folgenden Code, bei dem der </a:t>
            </a:r>
            <a:r>
              <a:rPr lang="de-DE" sz="1600" b="1" dirty="0">
                <a:solidFill>
                  <a:schemeClr val="accent2"/>
                </a:solidFill>
                <a:latin typeface="Source Sans Pro" panose="020B0503030403020204" pitchFamily="34" charset="0"/>
              </a:rPr>
              <a:t>IN-Operator</a:t>
            </a:r>
            <a:r>
              <a:rPr lang="de-DE" sz="1600" dirty="0">
                <a:solidFill>
                  <a:srgbClr val="0071B2"/>
                </a:solidFill>
                <a:latin typeface="Source Sans Pro" panose="020B0503030403020204" pitchFamily="34" charset="0"/>
              </a:rPr>
              <a:t> nun alternativlos ist: </a:t>
            </a:r>
          </a:p>
          <a:p>
            <a:pPr marR="0" lvl="0" algn="l" defTabSz="914400" rtl="0" eaLnBrk="1" fontAlgn="auto" latinLnBrk="0" hangingPunct="1">
              <a:lnSpc>
                <a:spcPct val="100000"/>
              </a:lnSpc>
              <a:spcBef>
                <a:spcPts val="0"/>
              </a:spcBef>
              <a:spcAft>
                <a:spcPts val="0"/>
              </a:spcAft>
              <a:buClrTx/>
              <a:buSzTx/>
              <a:tabLst/>
              <a:defRPr/>
            </a:pPr>
            <a:endParaRPr lang="de-DE" sz="800"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dirty="0">
                <a:solidFill>
                  <a:srgbClr val="0071B2"/>
                </a:solidFill>
                <a:latin typeface="Source Sans Pro" panose="020B0503030403020204" pitchFamily="34" charset="0"/>
              </a:rPr>
              <a:t>		</a:t>
            </a:r>
            <a:r>
              <a:rPr lang="de-DE" sz="1600" b="1" dirty="0">
                <a:solidFill>
                  <a:srgbClr val="0071B2"/>
                </a:solidFill>
                <a:latin typeface="Source Sans Pro" panose="020B0503030403020204" pitchFamily="34" charset="0"/>
              </a:rPr>
              <a:t>SELECT</a:t>
            </a:r>
            <a:r>
              <a:rPr lang="de-DE" sz="1600" dirty="0">
                <a:solidFill>
                  <a:srgbClr val="0071B2"/>
                </a:solidFill>
                <a:latin typeface="Source Sans Pro" panose="020B0503030403020204" pitchFamily="34" charset="0"/>
              </a:rPr>
              <a:t> DISTINCT Datum</a:t>
            </a:r>
            <a:r>
              <a:rPr lang="de-DE" sz="1600" b="1" dirty="0">
                <a:solidFill>
                  <a:srgbClr val="0071B2"/>
                </a:solidFill>
                <a:latin typeface="Source Sans Pro" panose="020B0503030403020204" pitchFamily="34" charset="0"/>
              </a:rPr>
              <a:t> FROM</a:t>
            </a:r>
            <a:r>
              <a:rPr lang="de-DE" sz="1600" dirty="0">
                <a:solidFill>
                  <a:srgbClr val="0071B2"/>
                </a:solidFill>
                <a:latin typeface="Source Sans Pro" panose="020B0503030403020204" pitchFamily="34" charset="0"/>
              </a:rPr>
              <a:t> Abrechnung, Abrechnung_Produkt</a:t>
            </a:r>
          </a:p>
          <a:p>
            <a:pPr>
              <a:defRPr/>
            </a:pPr>
            <a:r>
              <a:rPr lang="de-DE" sz="1600" b="1" dirty="0">
                <a:solidFill>
                  <a:srgbClr val="0071B2"/>
                </a:solidFill>
                <a:latin typeface="Source Sans Pro" panose="020B0503030403020204" pitchFamily="34" charset="0"/>
              </a:rPr>
              <a:t>		WHERE </a:t>
            </a:r>
            <a:r>
              <a:rPr lang="de-DE" sz="1600" dirty="0">
                <a:solidFill>
                  <a:srgbClr val="0071B2"/>
                </a:solidFill>
                <a:latin typeface="Source Sans Pro" panose="020B0503030403020204" pitchFamily="34" charset="0"/>
              </a:rPr>
              <a:t>Abrechnung.Abrechnung_ID = </a:t>
            </a:r>
            <a:r>
              <a:rPr lang="de-DE" sz="1600" b="1" dirty="0">
                <a:solidFill>
                  <a:srgbClr val="0071B2"/>
                </a:solidFill>
                <a:latin typeface="Source Sans Pro" panose="020B0503030403020204" pitchFamily="34" charset="0"/>
              </a:rPr>
              <a:t> </a:t>
            </a:r>
            <a:r>
              <a:rPr lang="de-DE" sz="1600" dirty="0">
                <a:solidFill>
                  <a:srgbClr val="0071B2"/>
                </a:solidFill>
                <a:latin typeface="Source Sans Pro" panose="020B0503030403020204" pitchFamily="34" charset="0"/>
              </a:rPr>
              <a:t>Abrechnung_Produkt. Abrechnung_ID</a:t>
            </a:r>
          </a:p>
          <a:p>
            <a:pPr marR="0" lvl="0" algn="l" defTabSz="914400" rtl="0" eaLnBrk="1" fontAlgn="auto" latinLnBrk="0" hangingPunct="1">
              <a:lnSpc>
                <a:spcPct val="100000"/>
              </a:lnSpc>
              <a:spcBef>
                <a:spcPts val="0"/>
              </a:spcBef>
              <a:spcAft>
                <a:spcPts val="0"/>
              </a:spcAft>
              <a:buClrTx/>
              <a:buSzTx/>
              <a:tabLst/>
              <a:defRPr/>
            </a:pPr>
            <a:r>
              <a:rPr lang="de-DE" sz="1600" b="1" dirty="0">
                <a:solidFill>
                  <a:srgbClr val="0071B2"/>
                </a:solidFill>
                <a:latin typeface="Source Sans Pro" panose="020B0503030403020204" pitchFamily="34" charset="0"/>
              </a:rPr>
              <a:t>		AND </a:t>
            </a:r>
            <a:r>
              <a:rPr lang="de-DE" sz="1600" dirty="0">
                <a:solidFill>
                  <a:srgbClr val="0071B2"/>
                </a:solidFill>
                <a:latin typeface="Source Sans Pro" panose="020B0503030403020204" pitchFamily="34" charset="0"/>
              </a:rPr>
              <a:t>Produkt_ID</a:t>
            </a:r>
            <a:r>
              <a:rPr lang="de-DE" sz="1600" b="1" dirty="0">
                <a:solidFill>
                  <a:srgbClr val="0071B2"/>
                </a:solidFill>
                <a:latin typeface="Source Sans Pro" panose="020B0503030403020204" pitchFamily="34" charset="0"/>
              </a:rPr>
              <a:t> </a:t>
            </a:r>
            <a:r>
              <a:rPr lang="de-DE" sz="1600" b="1" dirty="0">
                <a:solidFill>
                  <a:schemeClr val="accent2"/>
                </a:solidFill>
                <a:latin typeface="Source Sans Pro" panose="020B0503030403020204" pitchFamily="34" charset="0"/>
              </a:rPr>
              <a:t>IN</a:t>
            </a:r>
          </a:p>
          <a:p>
            <a:pPr marR="0" lvl="0" algn="l" defTabSz="914400" rtl="0" eaLnBrk="1" fontAlgn="auto" latinLnBrk="0" hangingPunct="1">
              <a:lnSpc>
                <a:spcPct val="100000"/>
              </a:lnSpc>
              <a:spcBef>
                <a:spcPts val="0"/>
              </a:spcBef>
              <a:spcAft>
                <a:spcPts val="0"/>
              </a:spcAft>
              <a:buClrTx/>
              <a:buSzTx/>
              <a:tabLst/>
              <a:defRPr/>
            </a:pPr>
            <a:r>
              <a:rPr lang="de-DE" sz="1600" b="1" dirty="0">
                <a:solidFill>
                  <a:srgbClr val="0071B2"/>
                </a:solidFill>
                <a:latin typeface="Source Sans Pro" panose="020B0503030403020204" pitchFamily="34" charset="0"/>
              </a:rPr>
              <a:t>			                  </a:t>
            </a:r>
            <a:r>
              <a:rPr lang="de-DE" sz="1200" b="1" dirty="0">
                <a:solidFill>
                  <a:srgbClr val="00B050"/>
                </a:solidFill>
                <a:latin typeface="Source Sans Pro" panose="020B0503030403020204" pitchFamily="34" charset="0"/>
              </a:rPr>
              <a:t>(</a:t>
            </a:r>
          </a:p>
          <a:p>
            <a:pPr>
              <a:defRPr/>
            </a:pPr>
            <a:r>
              <a:rPr lang="de-DE" sz="1200" b="1" dirty="0">
                <a:solidFill>
                  <a:srgbClr val="0071B2"/>
                </a:solidFill>
                <a:latin typeface="Source Sans Pro" panose="020B0503030403020204" pitchFamily="34" charset="0"/>
              </a:rPr>
              <a:t>				  </a:t>
            </a:r>
            <a:r>
              <a:rPr lang="de-DE" sz="1200" b="1" dirty="0">
                <a:solidFill>
                  <a:srgbClr val="00B050"/>
                </a:solidFill>
                <a:latin typeface="Source Sans Pro" panose="020B0503030403020204" pitchFamily="34" charset="0"/>
              </a:rPr>
              <a:t>SELECT DISTINCT </a:t>
            </a:r>
            <a:r>
              <a:rPr lang="de-DE" sz="1200" dirty="0">
                <a:solidFill>
                  <a:srgbClr val="00B050"/>
                </a:solidFill>
                <a:latin typeface="Source Sans Pro" panose="020B0503030403020204" pitchFamily="34" charset="0"/>
              </a:rPr>
              <a:t>Produkt_ID </a:t>
            </a:r>
          </a:p>
          <a:p>
            <a:pPr>
              <a:defRPr/>
            </a:pPr>
            <a:r>
              <a:rPr lang="de-DE" sz="1200" b="1" dirty="0">
                <a:solidFill>
                  <a:srgbClr val="00B050"/>
                </a:solidFill>
                <a:latin typeface="Source Sans Pro" panose="020B0503030403020204" pitchFamily="34" charset="0"/>
              </a:rPr>
              <a:t>				   FROM </a:t>
            </a:r>
            <a:r>
              <a:rPr lang="de-DE" sz="1200" dirty="0">
                <a:solidFill>
                  <a:srgbClr val="00B050"/>
                </a:solidFill>
                <a:latin typeface="Source Sans Pro" panose="020B0503030403020204" pitchFamily="34" charset="0"/>
              </a:rPr>
              <a:t>Abrechnung_Produkt</a:t>
            </a:r>
          </a:p>
          <a:p>
            <a:pPr>
              <a:defRPr/>
            </a:pPr>
            <a:r>
              <a:rPr lang="de-DE" sz="1200" b="1" dirty="0">
                <a:solidFill>
                  <a:srgbClr val="00B050"/>
                </a:solidFill>
                <a:latin typeface="Source Sans Pro" panose="020B0503030403020204" pitchFamily="34" charset="0"/>
              </a:rPr>
              <a:t>				   WHERE </a:t>
            </a:r>
            <a:r>
              <a:rPr lang="de-DE" sz="1200" dirty="0">
                <a:solidFill>
                  <a:srgbClr val="00B050"/>
                </a:solidFill>
                <a:latin typeface="Source Sans Pro" panose="020B0503030403020204" pitchFamily="34" charset="0"/>
              </a:rPr>
              <a:t>Abrechnung_ID</a:t>
            </a:r>
            <a:r>
              <a:rPr lang="de-DE" sz="1200" b="1" dirty="0">
                <a:solidFill>
                  <a:srgbClr val="00B050"/>
                </a:solidFill>
                <a:latin typeface="Source Sans Pro" panose="020B0503030403020204" pitchFamily="34" charset="0"/>
              </a:rPr>
              <a:t>=</a:t>
            </a:r>
            <a:r>
              <a:rPr lang="de-DE" sz="1200" dirty="0">
                <a:solidFill>
                  <a:srgbClr val="00B050"/>
                </a:solidFill>
                <a:latin typeface="Source Sans Pro" panose="020B0503030403020204" pitchFamily="34" charset="0"/>
              </a:rPr>
              <a:t>1</a:t>
            </a:r>
            <a:endParaRPr lang="de-DE" sz="1200" b="1" dirty="0">
              <a:solidFill>
                <a:srgbClr val="0071B2"/>
              </a:solidFill>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r>
              <a:rPr lang="de-DE" sz="1200" b="1" dirty="0">
                <a:solidFill>
                  <a:srgbClr val="0071B2"/>
                </a:solidFill>
                <a:latin typeface="Source Sans Pro" panose="020B0503030403020204" pitchFamily="34" charset="0"/>
              </a:rPr>
              <a:t>                                                                                                                    </a:t>
            </a:r>
            <a:r>
              <a:rPr lang="de-DE" sz="1200" b="1" dirty="0">
                <a:solidFill>
                  <a:srgbClr val="00B050"/>
                </a:solidFill>
                <a:latin typeface="Source Sans Pro" panose="020B0503030403020204" pitchFamily="34" charset="0"/>
              </a:rPr>
              <a:t>)</a:t>
            </a:r>
          </a:p>
          <a:p>
            <a:pPr marR="0" lvl="0" algn="l" defTabSz="914400" rtl="0" eaLnBrk="1" fontAlgn="auto" latinLnBrk="0" hangingPunct="1">
              <a:lnSpc>
                <a:spcPct val="100000"/>
              </a:lnSpc>
              <a:spcBef>
                <a:spcPts val="0"/>
              </a:spcBef>
              <a:spcAft>
                <a:spcPts val="0"/>
              </a:spcAft>
              <a:buClrTx/>
              <a:buSzTx/>
              <a:tabLst/>
              <a:defRPr/>
            </a:pPr>
            <a:r>
              <a:rPr lang="de-DE" sz="1600" b="1" dirty="0">
                <a:solidFill>
                  <a:srgbClr val="00B050"/>
                </a:solidFill>
                <a:latin typeface="Source Sans Pro" panose="020B0503030403020204" pitchFamily="34" charset="0"/>
              </a:rPr>
              <a:t>		</a:t>
            </a:r>
            <a:r>
              <a:rPr lang="de-DE" sz="1600" b="1" dirty="0">
                <a:latin typeface="Source Sans Pro" panose="020B0503030403020204" pitchFamily="34" charset="0"/>
              </a:rPr>
              <a:t>ORDER BY </a:t>
            </a:r>
            <a:r>
              <a:rPr lang="de-DE" sz="1600" dirty="0">
                <a:latin typeface="Source Sans Pro" panose="020B0503030403020204" pitchFamily="34" charset="0"/>
              </a:rPr>
              <a:t>Datum</a:t>
            </a:r>
            <a:r>
              <a:rPr lang="de-DE" sz="1600" b="1" dirty="0">
                <a:latin typeface="Source Sans Pro" panose="020B0503030403020204" pitchFamily="34" charset="0"/>
              </a:rPr>
              <a:t>;</a:t>
            </a:r>
          </a:p>
          <a:p>
            <a:pPr lvl="0">
              <a:defRPr/>
            </a:pPr>
            <a:r>
              <a:rPr lang="de-DE" sz="2400" b="1" dirty="0">
                <a:solidFill>
                  <a:srgbClr val="0071B2"/>
                </a:solidFill>
                <a:latin typeface="Source Sans Pro" panose="020B0503030403020204" pitchFamily="34" charset="0"/>
              </a:rPr>
              <a:t>		</a:t>
            </a:r>
            <a:endParaRPr lang="de-DE" dirty="0">
              <a:solidFill>
                <a:srgbClr val="0071B2"/>
              </a:solidFill>
              <a:latin typeface="Source Sans Pro" panose="020B0503030403020204" pitchFamily="34" charset="0"/>
            </a:endParaRPr>
          </a:p>
          <a:p>
            <a:pPr lvl="0">
              <a:defRPr/>
            </a:pPr>
            <a:endParaRPr kumimoji="0" lang="de-DE" b="0" i="0" u="none" strike="noStrike" kern="1200" cap="none" spc="0" normalizeH="0" noProof="0" dirty="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lvl="0">
              <a:defRPr/>
            </a:pPr>
            <a:r>
              <a:rPr lang="de-DE" sz="4000" dirty="0">
                <a:solidFill>
                  <a:srgbClr val="0071B2"/>
                </a:solidFill>
                <a:latin typeface="Source Sans Pro" panose="020B0503030403020204" pitchFamily="34" charset="0"/>
              </a:rPr>
              <a:t>Beispiel</a:t>
            </a:r>
            <a:endParaRPr lang="de-DE" sz="4000" b="0" i="1" dirty="0">
              <a:solidFill>
                <a:schemeClr val="accent2"/>
              </a:solidFill>
              <a:latin typeface="Source Sans Pro" panose="020B0503030403020204" pitchFamily="34" charset="0"/>
            </a:endParaRPr>
          </a:p>
        </p:txBody>
      </p:sp>
      <p:pic>
        <p:nvPicPr>
          <p:cNvPr id="3" name="Grafik 2">
            <a:extLst>
              <a:ext uri="{FF2B5EF4-FFF2-40B4-BE49-F238E27FC236}">
                <a16:creationId xmlns:a16="http://schemas.microsoft.com/office/drawing/2014/main" id="{AC6B75FE-1B4F-2F88-C30A-CF8A01D5F6F1}"/>
              </a:ext>
            </a:extLst>
          </p:cNvPr>
          <p:cNvPicPr>
            <a:picLocks noChangeAspect="1"/>
          </p:cNvPicPr>
          <p:nvPr/>
        </p:nvPicPr>
        <p:blipFill>
          <a:blip r:embed="rId2"/>
          <a:stretch>
            <a:fillRect/>
          </a:stretch>
        </p:blipFill>
        <p:spPr>
          <a:xfrm>
            <a:off x="4632059" y="2499738"/>
            <a:ext cx="731793" cy="827244"/>
          </a:xfrm>
          <a:prstGeom prst="rect">
            <a:avLst/>
          </a:prstGeom>
          <a:effectLst>
            <a:innerShdw blurRad="114300">
              <a:prstClr val="black"/>
            </a:innerShdw>
          </a:effectLst>
        </p:spPr>
      </p:pic>
      <p:pic>
        <p:nvPicPr>
          <p:cNvPr id="9" name="Grafik 8">
            <a:extLst>
              <a:ext uri="{FF2B5EF4-FFF2-40B4-BE49-F238E27FC236}">
                <a16:creationId xmlns:a16="http://schemas.microsoft.com/office/drawing/2014/main" id="{6859FD86-B105-71E7-3781-34834DD13E5F}"/>
              </a:ext>
            </a:extLst>
          </p:cNvPr>
          <p:cNvPicPr>
            <a:picLocks noChangeAspect="1"/>
          </p:cNvPicPr>
          <p:nvPr/>
        </p:nvPicPr>
        <p:blipFill>
          <a:blip r:embed="rId3"/>
          <a:stretch>
            <a:fillRect/>
          </a:stretch>
        </p:blipFill>
        <p:spPr>
          <a:xfrm>
            <a:off x="6845460" y="4594512"/>
            <a:ext cx="534242" cy="1126098"/>
          </a:xfrm>
          <a:prstGeom prst="rect">
            <a:avLst/>
          </a:prstGeom>
          <a:effectLst>
            <a:innerShdw blurRad="114300">
              <a:prstClr val="black"/>
            </a:innerShdw>
          </a:effectLst>
        </p:spPr>
      </p:pic>
    </p:spTree>
    <p:extLst>
      <p:ext uri="{BB962C8B-B14F-4D97-AF65-F5344CB8AC3E}">
        <p14:creationId xmlns:p14="http://schemas.microsoft.com/office/powerpoint/2010/main" val="1768533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2" end="1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
                                            <p:txEl>
                                              <p:pRg st="13" end="13"/>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
                                            <p:txEl>
                                              <p:pRg st="14" end="14"/>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
                                            <p:txEl>
                                              <p:pRg st="15" end="15"/>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
                                            <p:txEl>
                                              <p:pRg st="16" end="16"/>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
                                            <p:txEl>
                                              <p:pRg st="17" end="17"/>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
                                            <p:txEl>
                                              <p:pRg st="18" end="18"/>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6">
                                            <p:txEl>
                                              <p:pRg st="19" end="19"/>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
                                            <p:txEl>
                                              <p:pRg st="20" end="20"/>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6">
                                            <p:txEl>
                                              <p:pRg st="21" end="21"/>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0693505" cy="720725"/>
          </a:xfrm>
        </p:spPr>
        <p:txBody>
          <a:bodyPr>
            <a:normAutofit fontScale="90000"/>
          </a:bodyPr>
          <a:lstStyle/>
          <a:p>
            <a:r>
              <a:rPr lang="de-DE" dirty="0">
                <a:latin typeface="Source Sans Pro" panose="020B0503030403020204" pitchFamily="34" charset="0"/>
              </a:rPr>
              <a:t>Gemeinsame Übung </a:t>
            </a:r>
            <a:r>
              <a:rPr lang="de-DE" sz="2700" dirty="0">
                <a:latin typeface="Source Sans Pro" panose="020B0503030403020204" pitchFamily="34" charset="0"/>
              </a:rPr>
              <a:t>(„Live-Coding“) </a:t>
            </a:r>
            <a:r>
              <a:rPr lang="de-DE" dirty="0">
                <a:latin typeface="Source Sans Pro" panose="020B0503030403020204" pitchFamily="34" charset="0"/>
              </a:rPr>
              <a:t>-&gt; </a:t>
            </a:r>
            <a:r>
              <a:rPr lang="de-DE" dirty="0">
                <a:solidFill>
                  <a:schemeClr val="accent2"/>
                </a:solidFill>
                <a:latin typeface="Source Sans Pro" panose="020B0503030403020204" pitchFamily="34" charset="0"/>
              </a:rPr>
              <a:t>A_03_05_01</a:t>
            </a:r>
            <a:endParaRPr lang="de-DE" sz="18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pic>
        <p:nvPicPr>
          <p:cNvPr id="2" name="Grafik 1"/>
          <p:cNvPicPr>
            <a:picLocks noChangeAspect="1"/>
          </p:cNvPicPr>
          <p:nvPr/>
        </p:nvPicPr>
        <p:blipFill>
          <a:blip r:embed="rId2"/>
          <a:stretch>
            <a:fillRect/>
          </a:stretch>
        </p:blipFill>
        <p:spPr>
          <a:xfrm>
            <a:off x="4714637" y="1330035"/>
            <a:ext cx="3163604" cy="4488037"/>
          </a:xfrm>
          <a:prstGeom prst="rect">
            <a:avLst/>
          </a:prstGeom>
          <a:effectLst>
            <a:innerShdw blurRad="114300">
              <a:prstClr val="black"/>
            </a:innerShdw>
          </a:effectLst>
        </p:spPr>
      </p:pic>
    </p:spTree>
    <p:extLst>
      <p:ext uri="{BB962C8B-B14F-4D97-AF65-F5344CB8AC3E}">
        <p14:creationId xmlns:p14="http://schemas.microsoft.com/office/powerpoint/2010/main" val="16236191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7" name="Textplatzhalter 6"/>
          <p:cNvSpPr>
            <a:spLocks noGrp="1"/>
          </p:cNvSpPr>
          <p:nvPr>
            <p:ph type="body" sz="quarter" idx="13"/>
          </p:nvPr>
        </p:nvSpPr>
        <p:spPr>
          <a:xfrm>
            <a:off x="1664955" y="2344103"/>
            <a:ext cx="8686800" cy="1455737"/>
          </a:xfrm>
        </p:spPr>
        <p:txBody>
          <a:bodyPr/>
          <a:lstStyle/>
          <a:p>
            <a:r>
              <a:rPr lang="de-DE" dirty="0">
                <a:latin typeface="Source Sans Pro" panose="020B0503030403020204" pitchFamily="34" charset="0"/>
              </a:rPr>
              <a:t>Vielen Dank für Ihre Aufmerksamkeit!</a:t>
            </a:r>
          </a:p>
        </p:txBody>
      </p:sp>
      <p:grpSp>
        <p:nvGrpSpPr>
          <p:cNvPr id="8" name="Grafik 127" descr="Gruppenerfolg">
            <a:extLst>
              <a:ext uri="{FF2B5EF4-FFF2-40B4-BE49-F238E27FC236}">
                <a16:creationId xmlns:a16="http://schemas.microsoft.com/office/drawing/2014/main" id="{B1AEA3CB-529A-43D3-BF54-B3A291B5B89A}"/>
              </a:ext>
            </a:extLst>
          </p:cNvPr>
          <p:cNvGrpSpPr/>
          <p:nvPr/>
        </p:nvGrpSpPr>
        <p:grpSpPr>
          <a:xfrm>
            <a:off x="5773243" y="4981866"/>
            <a:ext cx="1656909" cy="1118841"/>
            <a:chOff x="6764943" y="3423412"/>
            <a:chExt cx="619669" cy="418437"/>
          </a:xfrm>
          <a:solidFill>
            <a:srgbClr val="0071B2"/>
          </a:solidFill>
        </p:grpSpPr>
        <p:sp>
          <p:nvSpPr>
            <p:cNvPr id="9" name="Freihandform: Form 179">
              <a:extLst>
                <a:ext uri="{FF2B5EF4-FFF2-40B4-BE49-F238E27FC236}">
                  <a16:creationId xmlns:a16="http://schemas.microsoft.com/office/drawing/2014/main" id="{83C0AB4F-B2FF-48B2-8B01-EEAE4874DA4F}"/>
                </a:ext>
              </a:extLst>
            </p:cNvPr>
            <p:cNvSpPr/>
            <p:nvPr/>
          </p:nvSpPr>
          <p:spPr>
            <a:xfrm>
              <a:off x="72594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0" name="Freihandform: Form 180">
              <a:extLst>
                <a:ext uri="{FF2B5EF4-FFF2-40B4-BE49-F238E27FC236}">
                  <a16:creationId xmlns:a16="http://schemas.microsoft.com/office/drawing/2014/main" id="{0397E236-998B-4584-8060-2EAAEEB496B8}"/>
                </a:ext>
              </a:extLst>
            </p:cNvPr>
            <p:cNvSpPr/>
            <p:nvPr/>
          </p:nvSpPr>
          <p:spPr>
            <a:xfrm>
              <a:off x="7111582"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1" name="Freihandform: Form 181">
              <a:extLst>
                <a:ext uri="{FF2B5EF4-FFF2-40B4-BE49-F238E27FC236}">
                  <a16:creationId xmlns:a16="http://schemas.microsoft.com/office/drawing/2014/main" id="{16928ED2-C07E-4785-8197-7CC30C3379AD}"/>
                </a:ext>
              </a:extLst>
            </p:cNvPr>
            <p:cNvSpPr/>
            <p:nvPr/>
          </p:nvSpPr>
          <p:spPr>
            <a:xfrm>
              <a:off x="6963749"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2" name="Freihandform: Form 182">
              <a:extLst>
                <a:ext uri="{FF2B5EF4-FFF2-40B4-BE49-F238E27FC236}">
                  <a16:creationId xmlns:a16="http://schemas.microsoft.com/office/drawing/2014/main" id="{EAFD5657-18FA-4723-A9AE-B61E45511EAB}"/>
                </a:ext>
              </a:extLst>
            </p:cNvPr>
            <p:cNvSpPr/>
            <p:nvPr/>
          </p:nvSpPr>
          <p:spPr>
            <a:xfrm>
              <a:off x="68159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Freihandform: Form 183">
              <a:extLst>
                <a:ext uri="{FF2B5EF4-FFF2-40B4-BE49-F238E27FC236}">
                  <a16:creationId xmlns:a16="http://schemas.microsoft.com/office/drawing/2014/main" id="{93F96C60-0AEE-4A75-8162-D9D7D87FD848}"/>
                </a:ext>
              </a:extLst>
            </p:cNvPr>
            <p:cNvSpPr/>
            <p:nvPr/>
          </p:nvSpPr>
          <p:spPr>
            <a:xfrm>
              <a:off x="6764943" y="3423412"/>
              <a:ext cx="619669" cy="418437"/>
            </a:xfrm>
            <a:custGeom>
              <a:avLst/>
              <a:gdLst>
                <a:gd name="connsiteX0" fmla="*/ 609633 w 619669"/>
                <a:gd name="connsiteY0" fmla="*/ 882 h 418437"/>
                <a:gd name="connsiteX1" fmla="*/ 590709 w 619669"/>
                <a:gd name="connsiteY1" fmla="*/ 9769 h 418437"/>
                <a:gd name="connsiteX2" fmla="*/ 590562 w 619669"/>
                <a:gd name="connsiteY2" fmla="*/ 10196 h 418437"/>
                <a:gd name="connsiteX3" fmla="*/ 562991 w 619669"/>
                <a:gd name="connsiteY3" fmla="*/ 91504 h 418437"/>
                <a:gd name="connsiteX4" fmla="*/ 531429 w 619669"/>
                <a:gd name="connsiteY4" fmla="*/ 85812 h 418437"/>
                <a:gd name="connsiteX5" fmla="*/ 499497 w 619669"/>
                <a:gd name="connsiteY5" fmla="*/ 91578 h 418437"/>
                <a:gd name="connsiteX6" fmla="*/ 472296 w 619669"/>
                <a:gd name="connsiteY6" fmla="*/ 10196 h 418437"/>
                <a:gd name="connsiteX7" fmla="*/ 452235 w 619669"/>
                <a:gd name="connsiteY7" fmla="*/ 1280 h 418437"/>
                <a:gd name="connsiteX8" fmla="*/ 443320 w 619669"/>
                <a:gd name="connsiteY8" fmla="*/ 10196 h 418437"/>
                <a:gd name="connsiteX9" fmla="*/ 415749 w 619669"/>
                <a:gd name="connsiteY9" fmla="*/ 91504 h 418437"/>
                <a:gd name="connsiteX10" fmla="*/ 383596 w 619669"/>
                <a:gd name="connsiteY10" fmla="*/ 85812 h 418437"/>
                <a:gd name="connsiteX11" fmla="*/ 351664 w 619669"/>
                <a:gd name="connsiteY11" fmla="*/ 91504 h 418437"/>
                <a:gd name="connsiteX12" fmla="*/ 324462 w 619669"/>
                <a:gd name="connsiteY12" fmla="*/ 10196 h 418437"/>
                <a:gd name="connsiteX13" fmla="*/ 304402 w 619669"/>
                <a:gd name="connsiteY13" fmla="*/ 1280 h 418437"/>
                <a:gd name="connsiteX14" fmla="*/ 295487 w 619669"/>
                <a:gd name="connsiteY14" fmla="*/ 10196 h 418437"/>
                <a:gd name="connsiteX15" fmla="*/ 267990 w 619669"/>
                <a:gd name="connsiteY15" fmla="*/ 91504 h 418437"/>
                <a:gd name="connsiteX16" fmla="*/ 235762 w 619669"/>
                <a:gd name="connsiteY16" fmla="*/ 85812 h 418437"/>
                <a:gd name="connsiteX17" fmla="*/ 203830 w 619669"/>
                <a:gd name="connsiteY17" fmla="*/ 91578 h 418437"/>
                <a:gd name="connsiteX18" fmla="*/ 176629 w 619669"/>
                <a:gd name="connsiteY18" fmla="*/ 10196 h 418437"/>
                <a:gd name="connsiteX19" fmla="*/ 156569 w 619669"/>
                <a:gd name="connsiteY19" fmla="*/ 1280 h 418437"/>
                <a:gd name="connsiteX20" fmla="*/ 147654 w 619669"/>
                <a:gd name="connsiteY20" fmla="*/ 10196 h 418437"/>
                <a:gd name="connsiteX21" fmla="*/ 120083 w 619669"/>
                <a:gd name="connsiteY21" fmla="*/ 91504 h 418437"/>
                <a:gd name="connsiteX22" fmla="*/ 87929 w 619669"/>
                <a:gd name="connsiteY22" fmla="*/ 85812 h 418437"/>
                <a:gd name="connsiteX23" fmla="*/ 55997 w 619669"/>
                <a:gd name="connsiteY23" fmla="*/ 91578 h 418437"/>
                <a:gd name="connsiteX24" fmla="*/ 28796 w 619669"/>
                <a:gd name="connsiteY24" fmla="*/ 10196 h 418437"/>
                <a:gd name="connsiteX25" fmla="*/ 10058 w 619669"/>
                <a:gd name="connsiteY25" fmla="*/ 919 h 418437"/>
                <a:gd name="connsiteX26" fmla="*/ 781 w 619669"/>
                <a:gd name="connsiteY26" fmla="*/ 19657 h 418437"/>
                <a:gd name="connsiteX27" fmla="*/ 37296 w 619669"/>
                <a:gd name="connsiteY27" fmla="*/ 127501 h 418437"/>
                <a:gd name="connsiteX28" fmla="*/ 50971 w 619669"/>
                <a:gd name="connsiteY28" fmla="*/ 137554 h 418437"/>
                <a:gd name="connsiteX29" fmla="*/ 50971 w 619669"/>
                <a:gd name="connsiteY29" fmla="*/ 181904 h 418437"/>
                <a:gd name="connsiteX30" fmla="*/ 28796 w 619669"/>
                <a:gd name="connsiteY30" fmla="*/ 292779 h 418437"/>
                <a:gd name="connsiteX31" fmla="*/ 50971 w 619669"/>
                <a:gd name="connsiteY31" fmla="*/ 292779 h 418437"/>
                <a:gd name="connsiteX32" fmla="*/ 50971 w 619669"/>
                <a:gd name="connsiteY32" fmla="*/ 418438 h 418437"/>
                <a:gd name="connsiteX33" fmla="*/ 80537 w 619669"/>
                <a:gd name="connsiteY33" fmla="*/ 418438 h 418437"/>
                <a:gd name="connsiteX34" fmla="*/ 80537 w 619669"/>
                <a:gd name="connsiteY34" fmla="*/ 292779 h 418437"/>
                <a:gd name="connsiteX35" fmla="*/ 95321 w 619669"/>
                <a:gd name="connsiteY35" fmla="*/ 292779 h 418437"/>
                <a:gd name="connsiteX36" fmla="*/ 95321 w 619669"/>
                <a:gd name="connsiteY36" fmla="*/ 418438 h 418437"/>
                <a:gd name="connsiteX37" fmla="*/ 124887 w 619669"/>
                <a:gd name="connsiteY37" fmla="*/ 418438 h 418437"/>
                <a:gd name="connsiteX38" fmla="*/ 124887 w 619669"/>
                <a:gd name="connsiteY38" fmla="*/ 292779 h 418437"/>
                <a:gd name="connsiteX39" fmla="*/ 147062 w 619669"/>
                <a:gd name="connsiteY39" fmla="*/ 292779 h 418437"/>
                <a:gd name="connsiteX40" fmla="*/ 124887 w 619669"/>
                <a:gd name="connsiteY40" fmla="*/ 181904 h 418437"/>
                <a:gd name="connsiteX41" fmla="*/ 124887 w 619669"/>
                <a:gd name="connsiteY41" fmla="*/ 137554 h 418437"/>
                <a:gd name="connsiteX42" fmla="*/ 138858 w 619669"/>
                <a:gd name="connsiteY42" fmla="*/ 127501 h 418437"/>
                <a:gd name="connsiteX43" fmla="*/ 161846 w 619669"/>
                <a:gd name="connsiteY43" fmla="*/ 59646 h 418437"/>
                <a:gd name="connsiteX44" fmla="*/ 184834 w 619669"/>
                <a:gd name="connsiteY44" fmla="*/ 127501 h 418437"/>
                <a:gd name="connsiteX45" fmla="*/ 198804 w 619669"/>
                <a:gd name="connsiteY45" fmla="*/ 137554 h 418437"/>
                <a:gd name="connsiteX46" fmla="*/ 198804 w 619669"/>
                <a:gd name="connsiteY46" fmla="*/ 418438 h 418437"/>
                <a:gd name="connsiteX47" fmla="*/ 228371 w 619669"/>
                <a:gd name="connsiteY47" fmla="*/ 418438 h 418437"/>
                <a:gd name="connsiteX48" fmla="*/ 228371 w 619669"/>
                <a:gd name="connsiteY48" fmla="*/ 248429 h 418437"/>
                <a:gd name="connsiteX49" fmla="*/ 243154 w 619669"/>
                <a:gd name="connsiteY49" fmla="*/ 248429 h 418437"/>
                <a:gd name="connsiteX50" fmla="*/ 243154 w 619669"/>
                <a:gd name="connsiteY50" fmla="*/ 418438 h 418437"/>
                <a:gd name="connsiteX51" fmla="*/ 272721 w 619669"/>
                <a:gd name="connsiteY51" fmla="*/ 418438 h 418437"/>
                <a:gd name="connsiteX52" fmla="*/ 272721 w 619669"/>
                <a:gd name="connsiteY52" fmla="*/ 137554 h 418437"/>
                <a:gd name="connsiteX53" fmla="*/ 286691 w 619669"/>
                <a:gd name="connsiteY53" fmla="*/ 127501 h 418437"/>
                <a:gd name="connsiteX54" fmla="*/ 309679 w 619669"/>
                <a:gd name="connsiteY54" fmla="*/ 59646 h 418437"/>
                <a:gd name="connsiteX55" fmla="*/ 332667 w 619669"/>
                <a:gd name="connsiteY55" fmla="*/ 127501 h 418437"/>
                <a:gd name="connsiteX56" fmla="*/ 346637 w 619669"/>
                <a:gd name="connsiteY56" fmla="*/ 137554 h 418437"/>
                <a:gd name="connsiteX57" fmla="*/ 346637 w 619669"/>
                <a:gd name="connsiteY57" fmla="*/ 181904 h 418437"/>
                <a:gd name="connsiteX58" fmla="*/ 324462 w 619669"/>
                <a:gd name="connsiteY58" fmla="*/ 292779 h 418437"/>
                <a:gd name="connsiteX59" fmla="*/ 346637 w 619669"/>
                <a:gd name="connsiteY59" fmla="*/ 292779 h 418437"/>
                <a:gd name="connsiteX60" fmla="*/ 346637 w 619669"/>
                <a:gd name="connsiteY60" fmla="*/ 418438 h 418437"/>
                <a:gd name="connsiteX61" fmla="*/ 376204 w 619669"/>
                <a:gd name="connsiteY61" fmla="*/ 418438 h 418437"/>
                <a:gd name="connsiteX62" fmla="*/ 376204 w 619669"/>
                <a:gd name="connsiteY62" fmla="*/ 292779 h 418437"/>
                <a:gd name="connsiteX63" fmla="*/ 390987 w 619669"/>
                <a:gd name="connsiteY63" fmla="*/ 292779 h 418437"/>
                <a:gd name="connsiteX64" fmla="*/ 390987 w 619669"/>
                <a:gd name="connsiteY64" fmla="*/ 418438 h 418437"/>
                <a:gd name="connsiteX65" fmla="*/ 420554 w 619669"/>
                <a:gd name="connsiteY65" fmla="*/ 418438 h 418437"/>
                <a:gd name="connsiteX66" fmla="*/ 420554 w 619669"/>
                <a:gd name="connsiteY66" fmla="*/ 292779 h 418437"/>
                <a:gd name="connsiteX67" fmla="*/ 442729 w 619669"/>
                <a:gd name="connsiteY67" fmla="*/ 292779 h 418437"/>
                <a:gd name="connsiteX68" fmla="*/ 420554 w 619669"/>
                <a:gd name="connsiteY68" fmla="*/ 181904 h 418437"/>
                <a:gd name="connsiteX69" fmla="*/ 420554 w 619669"/>
                <a:gd name="connsiteY69" fmla="*/ 137554 h 418437"/>
                <a:gd name="connsiteX70" fmla="*/ 434524 w 619669"/>
                <a:gd name="connsiteY70" fmla="*/ 127501 h 418437"/>
                <a:gd name="connsiteX71" fmla="*/ 457512 w 619669"/>
                <a:gd name="connsiteY71" fmla="*/ 59646 h 418437"/>
                <a:gd name="connsiteX72" fmla="*/ 480500 w 619669"/>
                <a:gd name="connsiteY72" fmla="*/ 127501 h 418437"/>
                <a:gd name="connsiteX73" fmla="*/ 494471 w 619669"/>
                <a:gd name="connsiteY73" fmla="*/ 137554 h 418437"/>
                <a:gd name="connsiteX74" fmla="*/ 494471 w 619669"/>
                <a:gd name="connsiteY74" fmla="*/ 418438 h 418437"/>
                <a:gd name="connsiteX75" fmla="*/ 524037 w 619669"/>
                <a:gd name="connsiteY75" fmla="*/ 418438 h 418437"/>
                <a:gd name="connsiteX76" fmla="*/ 524037 w 619669"/>
                <a:gd name="connsiteY76" fmla="*/ 248429 h 418437"/>
                <a:gd name="connsiteX77" fmla="*/ 538821 w 619669"/>
                <a:gd name="connsiteY77" fmla="*/ 248429 h 418437"/>
                <a:gd name="connsiteX78" fmla="*/ 538821 w 619669"/>
                <a:gd name="connsiteY78" fmla="*/ 418438 h 418437"/>
                <a:gd name="connsiteX79" fmla="*/ 568387 w 619669"/>
                <a:gd name="connsiteY79" fmla="*/ 418438 h 418437"/>
                <a:gd name="connsiteX80" fmla="*/ 568387 w 619669"/>
                <a:gd name="connsiteY80" fmla="*/ 137554 h 418437"/>
                <a:gd name="connsiteX81" fmla="*/ 582358 w 619669"/>
                <a:gd name="connsiteY81" fmla="*/ 127501 h 418437"/>
                <a:gd name="connsiteX82" fmla="*/ 618873 w 619669"/>
                <a:gd name="connsiteY82" fmla="*/ 19657 h 418437"/>
                <a:gd name="connsiteX83" fmla="*/ 609657 w 619669"/>
                <a:gd name="connsiteY83" fmla="*/ 890 h 418437"/>
                <a:gd name="connsiteX84" fmla="*/ 609633 w 619669"/>
                <a:gd name="connsiteY84" fmla="*/ 882 h 41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619669" h="418437">
                  <a:moveTo>
                    <a:pt x="609633" y="882"/>
                  </a:moveTo>
                  <a:cubicBezTo>
                    <a:pt x="601953" y="-1890"/>
                    <a:pt x="593481" y="2089"/>
                    <a:pt x="590709" y="9769"/>
                  </a:cubicBezTo>
                  <a:cubicBezTo>
                    <a:pt x="590658" y="9910"/>
                    <a:pt x="590609" y="10053"/>
                    <a:pt x="590562" y="10196"/>
                  </a:cubicBezTo>
                  <a:lnTo>
                    <a:pt x="562991" y="91504"/>
                  </a:lnTo>
                  <a:cubicBezTo>
                    <a:pt x="552806" y="88074"/>
                    <a:pt x="542171" y="86156"/>
                    <a:pt x="531429" y="85812"/>
                  </a:cubicBezTo>
                  <a:cubicBezTo>
                    <a:pt x="520558" y="86140"/>
                    <a:pt x="509796" y="88082"/>
                    <a:pt x="499497" y="91578"/>
                  </a:cubicBezTo>
                  <a:lnTo>
                    <a:pt x="472296" y="10196"/>
                  </a:lnTo>
                  <a:cubicBezTo>
                    <a:pt x="469218" y="2194"/>
                    <a:pt x="460237" y="-1797"/>
                    <a:pt x="452235" y="1280"/>
                  </a:cubicBezTo>
                  <a:cubicBezTo>
                    <a:pt x="448136" y="2857"/>
                    <a:pt x="444897" y="6097"/>
                    <a:pt x="443320" y="10196"/>
                  </a:cubicBezTo>
                  <a:lnTo>
                    <a:pt x="415749" y="91504"/>
                  </a:lnTo>
                  <a:cubicBezTo>
                    <a:pt x="405376" y="88010"/>
                    <a:pt x="394538" y="86092"/>
                    <a:pt x="383596" y="85812"/>
                  </a:cubicBezTo>
                  <a:cubicBezTo>
                    <a:pt x="372731" y="86148"/>
                    <a:pt x="361974" y="88065"/>
                    <a:pt x="351664" y="91504"/>
                  </a:cubicBezTo>
                  <a:lnTo>
                    <a:pt x="324462" y="10196"/>
                  </a:lnTo>
                  <a:cubicBezTo>
                    <a:pt x="321384" y="2194"/>
                    <a:pt x="312404" y="-1797"/>
                    <a:pt x="304402" y="1280"/>
                  </a:cubicBezTo>
                  <a:cubicBezTo>
                    <a:pt x="300303" y="2857"/>
                    <a:pt x="297064" y="6097"/>
                    <a:pt x="295487" y="10196"/>
                  </a:cubicBezTo>
                  <a:lnTo>
                    <a:pt x="267990" y="91504"/>
                  </a:lnTo>
                  <a:cubicBezTo>
                    <a:pt x="257582" y="88047"/>
                    <a:pt x="246725" y="86129"/>
                    <a:pt x="235762" y="85812"/>
                  </a:cubicBezTo>
                  <a:cubicBezTo>
                    <a:pt x="224891" y="86140"/>
                    <a:pt x="214129" y="88082"/>
                    <a:pt x="203830" y="91578"/>
                  </a:cubicBezTo>
                  <a:lnTo>
                    <a:pt x="176629" y="10196"/>
                  </a:lnTo>
                  <a:cubicBezTo>
                    <a:pt x="173551" y="2194"/>
                    <a:pt x="164570" y="-1797"/>
                    <a:pt x="156569" y="1280"/>
                  </a:cubicBezTo>
                  <a:cubicBezTo>
                    <a:pt x="152469" y="2857"/>
                    <a:pt x="149230" y="6097"/>
                    <a:pt x="147654" y="10196"/>
                  </a:cubicBezTo>
                  <a:lnTo>
                    <a:pt x="120083" y="91504"/>
                  </a:lnTo>
                  <a:cubicBezTo>
                    <a:pt x="109702" y="88042"/>
                    <a:pt x="98868" y="86124"/>
                    <a:pt x="87929" y="85812"/>
                  </a:cubicBezTo>
                  <a:cubicBezTo>
                    <a:pt x="77058" y="86140"/>
                    <a:pt x="66296" y="88082"/>
                    <a:pt x="55997" y="91578"/>
                  </a:cubicBezTo>
                  <a:lnTo>
                    <a:pt x="28796" y="10196"/>
                  </a:lnTo>
                  <a:cubicBezTo>
                    <a:pt x="26183" y="2459"/>
                    <a:pt x="17794" y="-1694"/>
                    <a:pt x="10058" y="919"/>
                  </a:cubicBezTo>
                  <a:cubicBezTo>
                    <a:pt x="2322" y="3532"/>
                    <a:pt x="-1831" y="11921"/>
                    <a:pt x="781" y="19657"/>
                  </a:cubicBezTo>
                  <a:lnTo>
                    <a:pt x="37296" y="127501"/>
                  </a:lnTo>
                  <a:cubicBezTo>
                    <a:pt x="39285" y="133396"/>
                    <a:pt x="44751" y="137414"/>
                    <a:pt x="50971" y="137554"/>
                  </a:cubicBezTo>
                  <a:lnTo>
                    <a:pt x="50971" y="181904"/>
                  </a:lnTo>
                  <a:lnTo>
                    <a:pt x="28796" y="292779"/>
                  </a:lnTo>
                  <a:lnTo>
                    <a:pt x="50971" y="292779"/>
                  </a:lnTo>
                  <a:lnTo>
                    <a:pt x="50971" y="418438"/>
                  </a:lnTo>
                  <a:lnTo>
                    <a:pt x="80537" y="418438"/>
                  </a:lnTo>
                  <a:lnTo>
                    <a:pt x="80537" y="292779"/>
                  </a:lnTo>
                  <a:lnTo>
                    <a:pt x="95321" y="292779"/>
                  </a:lnTo>
                  <a:lnTo>
                    <a:pt x="95321" y="418438"/>
                  </a:lnTo>
                  <a:lnTo>
                    <a:pt x="124887" y="418438"/>
                  </a:lnTo>
                  <a:lnTo>
                    <a:pt x="124887" y="292779"/>
                  </a:lnTo>
                  <a:lnTo>
                    <a:pt x="147062" y="292779"/>
                  </a:lnTo>
                  <a:lnTo>
                    <a:pt x="124887" y="181904"/>
                  </a:lnTo>
                  <a:lnTo>
                    <a:pt x="124887" y="137554"/>
                  </a:lnTo>
                  <a:cubicBezTo>
                    <a:pt x="131216" y="137539"/>
                    <a:pt x="136832" y="133497"/>
                    <a:pt x="138858" y="127501"/>
                  </a:cubicBezTo>
                  <a:lnTo>
                    <a:pt x="161846" y="59646"/>
                  </a:lnTo>
                  <a:lnTo>
                    <a:pt x="184834" y="127501"/>
                  </a:lnTo>
                  <a:cubicBezTo>
                    <a:pt x="186859" y="133497"/>
                    <a:pt x="192475" y="137539"/>
                    <a:pt x="198804" y="137554"/>
                  </a:cubicBezTo>
                  <a:lnTo>
                    <a:pt x="198804" y="418438"/>
                  </a:lnTo>
                  <a:lnTo>
                    <a:pt x="228371" y="418438"/>
                  </a:lnTo>
                  <a:lnTo>
                    <a:pt x="228371" y="248429"/>
                  </a:lnTo>
                  <a:lnTo>
                    <a:pt x="243154" y="248429"/>
                  </a:lnTo>
                  <a:lnTo>
                    <a:pt x="243154" y="418438"/>
                  </a:lnTo>
                  <a:lnTo>
                    <a:pt x="272721" y="418438"/>
                  </a:lnTo>
                  <a:lnTo>
                    <a:pt x="272721" y="137554"/>
                  </a:lnTo>
                  <a:cubicBezTo>
                    <a:pt x="279049" y="137539"/>
                    <a:pt x="284666" y="133497"/>
                    <a:pt x="286691" y="127501"/>
                  </a:cubicBezTo>
                  <a:lnTo>
                    <a:pt x="309679" y="59646"/>
                  </a:lnTo>
                  <a:lnTo>
                    <a:pt x="332667" y="127501"/>
                  </a:lnTo>
                  <a:cubicBezTo>
                    <a:pt x="334692" y="133497"/>
                    <a:pt x="340309" y="137539"/>
                    <a:pt x="346637" y="137554"/>
                  </a:cubicBezTo>
                  <a:lnTo>
                    <a:pt x="346637" y="181904"/>
                  </a:lnTo>
                  <a:lnTo>
                    <a:pt x="324462" y="292779"/>
                  </a:lnTo>
                  <a:lnTo>
                    <a:pt x="346637" y="292779"/>
                  </a:lnTo>
                  <a:lnTo>
                    <a:pt x="346637" y="418438"/>
                  </a:lnTo>
                  <a:lnTo>
                    <a:pt x="376204" y="418438"/>
                  </a:lnTo>
                  <a:lnTo>
                    <a:pt x="376204" y="292779"/>
                  </a:lnTo>
                  <a:lnTo>
                    <a:pt x="390987" y="292779"/>
                  </a:lnTo>
                  <a:lnTo>
                    <a:pt x="390987" y="418438"/>
                  </a:lnTo>
                  <a:lnTo>
                    <a:pt x="420554" y="418438"/>
                  </a:lnTo>
                  <a:lnTo>
                    <a:pt x="420554" y="292779"/>
                  </a:lnTo>
                  <a:lnTo>
                    <a:pt x="442729" y="292779"/>
                  </a:lnTo>
                  <a:lnTo>
                    <a:pt x="420554" y="181904"/>
                  </a:lnTo>
                  <a:lnTo>
                    <a:pt x="420554" y="137554"/>
                  </a:lnTo>
                  <a:cubicBezTo>
                    <a:pt x="426883" y="137539"/>
                    <a:pt x="432499" y="133497"/>
                    <a:pt x="434524" y="127501"/>
                  </a:cubicBezTo>
                  <a:lnTo>
                    <a:pt x="457512" y="59646"/>
                  </a:lnTo>
                  <a:lnTo>
                    <a:pt x="480500" y="127501"/>
                  </a:lnTo>
                  <a:cubicBezTo>
                    <a:pt x="482526" y="133497"/>
                    <a:pt x="488142" y="137539"/>
                    <a:pt x="494471" y="137554"/>
                  </a:cubicBezTo>
                  <a:lnTo>
                    <a:pt x="494471" y="418438"/>
                  </a:lnTo>
                  <a:lnTo>
                    <a:pt x="524037" y="418438"/>
                  </a:lnTo>
                  <a:lnTo>
                    <a:pt x="524037" y="248429"/>
                  </a:lnTo>
                  <a:lnTo>
                    <a:pt x="538821" y="248429"/>
                  </a:lnTo>
                  <a:lnTo>
                    <a:pt x="538821" y="418438"/>
                  </a:lnTo>
                  <a:lnTo>
                    <a:pt x="568387" y="418438"/>
                  </a:lnTo>
                  <a:lnTo>
                    <a:pt x="568387" y="137554"/>
                  </a:lnTo>
                  <a:cubicBezTo>
                    <a:pt x="574716" y="137539"/>
                    <a:pt x="580332" y="133497"/>
                    <a:pt x="582358" y="127501"/>
                  </a:cubicBezTo>
                  <a:lnTo>
                    <a:pt x="618873" y="19657"/>
                  </a:lnTo>
                  <a:cubicBezTo>
                    <a:pt x="621510" y="11930"/>
                    <a:pt x="617385" y="3528"/>
                    <a:pt x="609657" y="890"/>
                  </a:cubicBezTo>
                  <a:cubicBezTo>
                    <a:pt x="609649" y="888"/>
                    <a:pt x="609641" y="885"/>
                    <a:pt x="609633" y="882"/>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3922031" y="4598358"/>
            <a:ext cx="1713537" cy="1713542"/>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588380223"/>
      </p:ext>
    </p:extLst>
  </p:cSld>
  <p:clrMapOvr>
    <a:masterClrMapping/>
  </p:clrMapOvr>
</p:sld>
</file>

<file path=ppt/theme/theme1.xml><?xml version="1.0" encoding="utf-8"?>
<a:theme xmlns:a="http://schemas.openxmlformats.org/drawingml/2006/main" name="1_Office">
  <a:themeElements>
    <a:clrScheme name="WBS_Folienvorlage">
      <a:dk1>
        <a:srgbClr val="0071B2"/>
      </a:dk1>
      <a:lt1>
        <a:srgbClr val="D2E8F4"/>
      </a:lt1>
      <a:dk2>
        <a:srgbClr val="B2B2B2"/>
      </a:dk2>
      <a:lt2>
        <a:srgbClr val="EEEEEE"/>
      </a:lt2>
      <a:accent1>
        <a:srgbClr val="0071B2"/>
      </a:accent1>
      <a:accent2>
        <a:srgbClr val="FE5000"/>
      </a:accent2>
      <a:accent3>
        <a:srgbClr val="D2E8F4"/>
      </a:accent3>
      <a:accent4>
        <a:srgbClr val="EEEEEE"/>
      </a:accent4>
      <a:accent5>
        <a:srgbClr val="D9D9D9"/>
      </a:accent5>
      <a:accent6>
        <a:srgbClr val="B2B2B2"/>
      </a:accent6>
      <a:hlink>
        <a:srgbClr val="FE5000"/>
      </a:hlink>
      <a:folHlink>
        <a:srgbClr val="C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714</Words>
  <Application>Microsoft Office PowerPoint</Application>
  <PresentationFormat>Breitbild</PresentationFormat>
  <Paragraphs>113</Paragraphs>
  <Slides>11</Slides>
  <Notes>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11</vt:i4>
      </vt:variant>
    </vt:vector>
  </HeadingPairs>
  <TitlesOfParts>
    <vt:vector size="17" baseType="lpstr">
      <vt:lpstr>Arial</vt:lpstr>
      <vt:lpstr>Calibri</vt:lpstr>
      <vt:lpstr>Courier New</vt:lpstr>
      <vt:lpstr>Source Sans Pro</vt:lpstr>
      <vt:lpstr>Wingdings</vt:lpstr>
      <vt:lpstr>1_Office</vt:lpstr>
      <vt:lpstr>Datenbanken und SQL</vt:lpstr>
      <vt:lpstr>Agenda</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Gemeinsame Übung („Live-Coding“) -&gt; A_03_05_01</vt:lpstr>
      <vt:lpstr>PowerPoint-Präsentation</vt:lpstr>
    </vt:vector>
  </TitlesOfParts>
  <Company>WBS TRAINING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Datenbanken und SQL</dc:title>
  <dc:creator>Max Muster01</dc:creator>
  <cp:lastModifiedBy>Peter Schwertner</cp:lastModifiedBy>
  <cp:revision>712</cp:revision>
  <dcterms:created xsi:type="dcterms:W3CDTF">2022-02-01T13:48:14Z</dcterms:created>
  <dcterms:modified xsi:type="dcterms:W3CDTF">2024-03-14T13:36:48Z</dcterms:modified>
</cp:coreProperties>
</file>