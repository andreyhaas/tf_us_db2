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332" r:id="rId2"/>
    <p:sldId id="393" r:id="rId3"/>
    <p:sldId id="389" r:id="rId4"/>
    <p:sldId id="390" r:id="rId5"/>
    <p:sldId id="392" r:id="rId6"/>
    <p:sldId id="391" r:id="rId7"/>
    <p:sldId id="387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B_relational" id="{AE5A704A-95E2-4341-BFCD-C0C5F32EA04A}">
          <p14:sldIdLst>
            <p14:sldId id="332"/>
            <p14:sldId id="393"/>
            <p14:sldId id="389"/>
            <p14:sldId id="390"/>
            <p14:sldId id="392"/>
            <p14:sldId id="391"/>
            <p14:sldId id="38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dith Schmidt" initials="WTA" lastIdx="14" clrIdx="0">
    <p:extLst>
      <p:ext uri="{19B8F6BF-5375-455C-9EA6-DF929625EA0E}">
        <p15:presenceInfo xmlns:p15="http://schemas.microsoft.com/office/powerpoint/2012/main" userId="474b2bd425d842c6" providerId="Windows Live"/>
      </p:ext>
    </p:extLst>
  </p:cmAuthor>
  <p:cmAuthor id="2" name="Nadin Härtwig" initials="NH" lastIdx="2" clrIdx="1">
    <p:extLst>
      <p:ext uri="{19B8F6BF-5375-455C-9EA6-DF929625EA0E}">
        <p15:presenceInfo xmlns:p15="http://schemas.microsoft.com/office/powerpoint/2012/main" userId="S-1-5-21-1661223178-1243372403-751859383-5652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Helle Formatvorlage 2 - Akz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84765" autoAdjust="0"/>
  </p:normalViewPr>
  <p:slideViewPr>
    <p:cSldViewPr snapToGrid="0" showGuides="1">
      <p:cViewPr varScale="1">
        <p:scale>
          <a:sx n="65" d="100"/>
          <a:sy n="65" d="100"/>
        </p:scale>
        <p:origin x="1980" y="66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F32F82-A1A7-4E27-9EDA-BCDA36A3D567}" type="datetimeFigureOut">
              <a:rPr lang="de-DE" smtClean="0"/>
              <a:t>11.06.2026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032DD2-93A8-4518-AFB6-76C529CD58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55631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DE/users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ohne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uppieren 15"/>
          <p:cNvGrpSpPr/>
          <p:nvPr userDrawn="1"/>
        </p:nvGrpSpPr>
        <p:grpSpPr>
          <a:xfrm>
            <a:off x="0" y="6083955"/>
            <a:ext cx="12192000" cy="792064"/>
            <a:chOff x="0" y="6083955"/>
            <a:chExt cx="12192000" cy="792064"/>
          </a:xfrm>
        </p:grpSpPr>
        <p:sp>
          <p:nvSpPr>
            <p:cNvPr id="14" name="Freihandform 13"/>
            <p:cNvSpPr/>
            <p:nvPr userDrawn="1"/>
          </p:nvSpPr>
          <p:spPr>
            <a:xfrm>
              <a:off x="0" y="6118781"/>
              <a:ext cx="12192000" cy="757238"/>
            </a:xfrm>
            <a:custGeom>
              <a:avLst/>
              <a:gdLst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7082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5177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7" fmla="*/ 0 w 12192000"/>
                <a:gd name="connsiteY7" fmla="*/ 0 h 757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757238">
                  <a:moveTo>
                    <a:pt x="0" y="0"/>
                  </a:moveTo>
                  <a:lnTo>
                    <a:pt x="3454269" y="0"/>
                  </a:lnTo>
                  <a:lnTo>
                    <a:pt x="3825090" y="351771"/>
                  </a:lnTo>
                  <a:lnTo>
                    <a:pt x="4195910" y="0"/>
                  </a:lnTo>
                  <a:lnTo>
                    <a:pt x="12192000" y="0"/>
                  </a:lnTo>
                  <a:lnTo>
                    <a:pt x="12192000" y="757238"/>
                  </a:lnTo>
                  <a:lnTo>
                    <a:pt x="0" y="7572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5" name="Grafik 1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083955"/>
              <a:ext cx="12192000" cy="409956"/>
            </a:xfrm>
            <a:prstGeom prst="rect">
              <a:avLst/>
            </a:prstGeom>
          </p:spPr>
        </p:pic>
      </p:grp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DCF3D-8EEF-4804-92DD-28324C8F88CD}" type="datetime1">
              <a:rPr lang="de-DE" smtClean="0"/>
              <a:t>11.06.2026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Prüfungsvorbereitung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  <p:sp>
        <p:nvSpPr>
          <p:cNvPr id="12" name="Title 1"/>
          <p:cNvSpPr>
            <a:spLocks noGrp="1"/>
          </p:cNvSpPr>
          <p:nvPr>
            <p:ph type="ctrTitle" hasCustomPrompt="1"/>
          </p:nvPr>
        </p:nvSpPr>
        <p:spPr>
          <a:xfrm>
            <a:off x="1782038" y="556181"/>
            <a:ext cx="8625153" cy="3590305"/>
          </a:xfrm>
        </p:spPr>
        <p:txBody>
          <a:bodyPr wrap="square" anchor="b" anchorCtr="1">
            <a:normAutofit/>
          </a:bodyPr>
          <a:lstStyle>
            <a:lvl1pPr algn="ctr">
              <a:defRPr sz="6000" baseline="0"/>
            </a:lvl1pPr>
          </a:lstStyle>
          <a:p>
            <a:r>
              <a:rPr lang="de-DE" dirty="0"/>
              <a:t>Lernmodul oder Titel der</a:t>
            </a:r>
            <a:br>
              <a:rPr lang="de-DE" dirty="0"/>
            </a:br>
            <a:r>
              <a:rPr lang="de-DE" dirty="0"/>
              <a:t>Präsentation</a:t>
            </a:r>
            <a:endParaRPr lang="en-US" dirty="0"/>
          </a:p>
        </p:txBody>
      </p:sp>
      <p:sp>
        <p:nvSpPr>
          <p:cNvPr id="1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783013" y="4146486"/>
            <a:ext cx="8624170" cy="70059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Untertitel</a:t>
            </a:r>
            <a:endParaRPr lang="en-US" dirty="0"/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22" y="6342040"/>
            <a:ext cx="1028496" cy="299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3468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 userDrawn="1">
          <p15:clr>
            <a:srgbClr val="000000"/>
          </p15:clr>
        </p15:guide>
        <p15:guide id="2" orient="horz" pos="3861" userDrawn="1">
          <p15:clr>
            <a:srgbClr val="000000"/>
          </p15:clr>
        </p15:guide>
        <p15:guide id="3" pos="7469" userDrawn="1">
          <p15:clr>
            <a:srgbClr val="000000"/>
          </p15:clr>
        </p15:guide>
        <p15:guide id="4" pos="211" userDrawn="1">
          <p15:clr>
            <a:srgbClr val="00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F023C-A5B0-409A-8C82-F294DFF5C9E7}" type="datetime1">
              <a:rPr lang="de-DE" smtClean="0"/>
              <a:t>11.06.2026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Prüfungsvorbereitung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  <p:sp>
        <p:nvSpPr>
          <p:cNvPr id="10" name="Titel"/>
          <p:cNvSpPr>
            <a:spLocks noGrp="1"/>
          </p:cNvSpPr>
          <p:nvPr>
            <p:ph type="ctrTitle"/>
          </p:nvPr>
        </p:nvSpPr>
        <p:spPr>
          <a:xfrm>
            <a:off x="1819747" y="3424238"/>
            <a:ext cx="8555524" cy="2158673"/>
          </a:xfrm>
        </p:spPr>
        <p:txBody>
          <a:bodyPr>
            <a:normAutofit/>
          </a:bodyPr>
          <a:lstStyle>
            <a:lvl1pPr algn="ctr">
              <a:defRPr/>
            </a:lvl1pPr>
          </a:lstStyle>
          <a:p>
            <a:pPr algn="ctr"/>
            <a:r>
              <a:rPr lang="de-DE" sz="5000">
                <a:solidFill>
                  <a:schemeClr val="tx1"/>
                </a:solidFill>
                <a:latin typeface="+mj-lt"/>
              </a:rPr>
              <a:t>Titelmasterformat durch Klicken bearbeiten</a:t>
            </a:r>
            <a:endParaRPr lang="de-DE" sz="50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1" name="Untertitel"/>
          <p:cNvSpPr>
            <a:spLocks noGrp="1"/>
          </p:cNvSpPr>
          <p:nvPr>
            <p:ph type="subTitle" idx="1" hasCustomPrompt="1"/>
          </p:nvPr>
        </p:nvSpPr>
        <p:spPr>
          <a:xfrm>
            <a:off x="1819747" y="5584494"/>
            <a:ext cx="8555524" cy="725823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algn="ctr"/>
            <a:r>
              <a:rPr lang="de-DE" dirty="0">
                <a:solidFill>
                  <a:schemeClr val="tx1"/>
                </a:solidFill>
                <a:latin typeface="+mn-lt"/>
              </a:rPr>
              <a:t>Untertitel</a:t>
            </a:r>
          </a:p>
        </p:txBody>
      </p:sp>
      <p:sp>
        <p:nvSpPr>
          <p:cNvPr id="13" name="Bildplatzhalter 12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4186238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Bild durch klick auf das Symbol hinzufügen und in den Hintergrund verschieben.</a:t>
            </a:r>
          </a:p>
        </p:txBody>
      </p:sp>
    </p:spTree>
    <p:extLst>
      <p:ext uri="{BB962C8B-B14F-4D97-AF65-F5344CB8AC3E}">
        <p14:creationId xmlns:p14="http://schemas.microsoft.com/office/powerpoint/2010/main" val="950404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menübersic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pieren 6"/>
          <p:cNvGrpSpPr/>
          <p:nvPr userDrawn="1"/>
        </p:nvGrpSpPr>
        <p:grpSpPr>
          <a:xfrm>
            <a:off x="-908" y="1229964"/>
            <a:ext cx="12193814" cy="5668603"/>
            <a:chOff x="-908" y="6783671"/>
            <a:chExt cx="12193814" cy="5668603"/>
          </a:xfrm>
        </p:grpSpPr>
        <p:sp>
          <p:nvSpPr>
            <p:cNvPr id="8" name="Freihandform 7"/>
            <p:cNvSpPr/>
            <p:nvPr userDrawn="1"/>
          </p:nvSpPr>
          <p:spPr>
            <a:xfrm>
              <a:off x="-908" y="6783671"/>
              <a:ext cx="12193814" cy="5668603"/>
            </a:xfrm>
            <a:custGeom>
              <a:avLst/>
              <a:gdLst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7082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5177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7" fmla="*/ 0 w 12192000"/>
                <a:gd name="connsiteY7" fmla="*/ 0 h 757238"/>
                <a:gd name="connsiteX0" fmla="*/ 9427 w 12201427"/>
                <a:gd name="connsiteY0" fmla="*/ 0 h 6347333"/>
                <a:gd name="connsiteX1" fmla="*/ 3463696 w 12201427"/>
                <a:gd name="connsiteY1" fmla="*/ 0 h 6347333"/>
                <a:gd name="connsiteX2" fmla="*/ 3834517 w 12201427"/>
                <a:gd name="connsiteY2" fmla="*/ 351771 h 6347333"/>
                <a:gd name="connsiteX3" fmla="*/ 4205337 w 12201427"/>
                <a:gd name="connsiteY3" fmla="*/ 0 h 6347333"/>
                <a:gd name="connsiteX4" fmla="*/ 12201427 w 12201427"/>
                <a:gd name="connsiteY4" fmla="*/ 0 h 6347333"/>
                <a:gd name="connsiteX5" fmla="*/ 12201427 w 12201427"/>
                <a:gd name="connsiteY5" fmla="*/ 757238 h 6347333"/>
                <a:gd name="connsiteX6" fmla="*/ 0 w 12201427"/>
                <a:gd name="connsiteY6" fmla="*/ 6347333 h 6347333"/>
                <a:gd name="connsiteX7" fmla="*/ 9427 w 12201427"/>
                <a:gd name="connsiteY7" fmla="*/ 0 h 6347333"/>
                <a:gd name="connsiteX0" fmla="*/ 9427 w 12201427"/>
                <a:gd name="connsiteY0" fmla="*/ 0 h 6347333"/>
                <a:gd name="connsiteX1" fmla="*/ 3463696 w 12201427"/>
                <a:gd name="connsiteY1" fmla="*/ 0 h 6347333"/>
                <a:gd name="connsiteX2" fmla="*/ 3834517 w 12201427"/>
                <a:gd name="connsiteY2" fmla="*/ 351771 h 6347333"/>
                <a:gd name="connsiteX3" fmla="*/ 4205337 w 12201427"/>
                <a:gd name="connsiteY3" fmla="*/ 0 h 6347333"/>
                <a:gd name="connsiteX4" fmla="*/ 12201427 w 12201427"/>
                <a:gd name="connsiteY4" fmla="*/ 0 h 6347333"/>
                <a:gd name="connsiteX5" fmla="*/ 12201427 w 12201427"/>
                <a:gd name="connsiteY5" fmla="*/ 6319052 h 6347333"/>
                <a:gd name="connsiteX6" fmla="*/ 0 w 12201427"/>
                <a:gd name="connsiteY6" fmla="*/ 6347333 h 6347333"/>
                <a:gd name="connsiteX7" fmla="*/ 9427 w 12201427"/>
                <a:gd name="connsiteY7" fmla="*/ 0 h 6347333"/>
                <a:gd name="connsiteX0" fmla="*/ 908 w 12192908"/>
                <a:gd name="connsiteY0" fmla="*/ 0 h 6319052"/>
                <a:gd name="connsiteX1" fmla="*/ 3455177 w 12192908"/>
                <a:gd name="connsiteY1" fmla="*/ 0 h 6319052"/>
                <a:gd name="connsiteX2" fmla="*/ 3825998 w 12192908"/>
                <a:gd name="connsiteY2" fmla="*/ 351771 h 6319052"/>
                <a:gd name="connsiteX3" fmla="*/ 4196818 w 12192908"/>
                <a:gd name="connsiteY3" fmla="*/ 0 h 6319052"/>
                <a:gd name="connsiteX4" fmla="*/ 12192908 w 12192908"/>
                <a:gd name="connsiteY4" fmla="*/ 0 h 6319052"/>
                <a:gd name="connsiteX5" fmla="*/ 12192908 w 12192908"/>
                <a:gd name="connsiteY5" fmla="*/ 6319052 h 6319052"/>
                <a:gd name="connsiteX6" fmla="*/ 908 w 12192908"/>
                <a:gd name="connsiteY6" fmla="*/ 5640322 h 6319052"/>
                <a:gd name="connsiteX7" fmla="*/ 908 w 12192908"/>
                <a:gd name="connsiteY7" fmla="*/ 0 h 6319052"/>
                <a:gd name="connsiteX0" fmla="*/ 9427 w 12201427"/>
                <a:gd name="connsiteY0" fmla="*/ 0 h 6319052"/>
                <a:gd name="connsiteX1" fmla="*/ 3463696 w 12201427"/>
                <a:gd name="connsiteY1" fmla="*/ 0 h 6319052"/>
                <a:gd name="connsiteX2" fmla="*/ 3834517 w 12201427"/>
                <a:gd name="connsiteY2" fmla="*/ 351771 h 6319052"/>
                <a:gd name="connsiteX3" fmla="*/ 4205337 w 12201427"/>
                <a:gd name="connsiteY3" fmla="*/ 0 h 6319052"/>
                <a:gd name="connsiteX4" fmla="*/ 12201427 w 12201427"/>
                <a:gd name="connsiteY4" fmla="*/ 0 h 6319052"/>
                <a:gd name="connsiteX5" fmla="*/ 12201427 w 12201427"/>
                <a:gd name="connsiteY5" fmla="*/ 6319052 h 6319052"/>
                <a:gd name="connsiteX6" fmla="*/ 0 w 12201427"/>
                <a:gd name="connsiteY6" fmla="*/ 5414079 h 6319052"/>
                <a:gd name="connsiteX7" fmla="*/ 9427 w 12201427"/>
                <a:gd name="connsiteY7" fmla="*/ 0 h 6319052"/>
                <a:gd name="connsiteX0" fmla="*/ 9427 w 12201427"/>
                <a:gd name="connsiteY0" fmla="*/ 0 h 5630896"/>
                <a:gd name="connsiteX1" fmla="*/ 3463696 w 12201427"/>
                <a:gd name="connsiteY1" fmla="*/ 0 h 5630896"/>
                <a:gd name="connsiteX2" fmla="*/ 3834517 w 12201427"/>
                <a:gd name="connsiteY2" fmla="*/ 351771 h 5630896"/>
                <a:gd name="connsiteX3" fmla="*/ 4205337 w 12201427"/>
                <a:gd name="connsiteY3" fmla="*/ 0 h 5630896"/>
                <a:gd name="connsiteX4" fmla="*/ 12201427 w 12201427"/>
                <a:gd name="connsiteY4" fmla="*/ 0 h 5630896"/>
                <a:gd name="connsiteX5" fmla="*/ 12144866 w 12201427"/>
                <a:gd name="connsiteY5" fmla="*/ 5630896 h 5630896"/>
                <a:gd name="connsiteX6" fmla="*/ 0 w 12201427"/>
                <a:gd name="connsiteY6" fmla="*/ 5414079 h 5630896"/>
                <a:gd name="connsiteX7" fmla="*/ 9427 w 12201427"/>
                <a:gd name="connsiteY7" fmla="*/ 0 h 5630896"/>
                <a:gd name="connsiteX0" fmla="*/ 9427 w 12201427"/>
                <a:gd name="connsiteY0" fmla="*/ 0 h 5659176"/>
                <a:gd name="connsiteX1" fmla="*/ 3463696 w 12201427"/>
                <a:gd name="connsiteY1" fmla="*/ 0 h 5659176"/>
                <a:gd name="connsiteX2" fmla="*/ 3834517 w 12201427"/>
                <a:gd name="connsiteY2" fmla="*/ 351771 h 5659176"/>
                <a:gd name="connsiteX3" fmla="*/ 4205337 w 12201427"/>
                <a:gd name="connsiteY3" fmla="*/ 0 h 5659176"/>
                <a:gd name="connsiteX4" fmla="*/ 12201427 w 12201427"/>
                <a:gd name="connsiteY4" fmla="*/ 0 h 5659176"/>
                <a:gd name="connsiteX5" fmla="*/ 12192000 w 12201427"/>
                <a:gd name="connsiteY5" fmla="*/ 5659176 h 5659176"/>
                <a:gd name="connsiteX6" fmla="*/ 0 w 12201427"/>
                <a:gd name="connsiteY6" fmla="*/ 5414079 h 5659176"/>
                <a:gd name="connsiteX7" fmla="*/ 9427 w 12201427"/>
                <a:gd name="connsiteY7" fmla="*/ 0 h 5659176"/>
                <a:gd name="connsiteX0" fmla="*/ 908 w 12192908"/>
                <a:gd name="connsiteY0" fmla="*/ 0 h 5659176"/>
                <a:gd name="connsiteX1" fmla="*/ 3455177 w 12192908"/>
                <a:gd name="connsiteY1" fmla="*/ 0 h 5659176"/>
                <a:gd name="connsiteX2" fmla="*/ 3825998 w 12192908"/>
                <a:gd name="connsiteY2" fmla="*/ 351771 h 5659176"/>
                <a:gd name="connsiteX3" fmla="*/ 4196818 w 12192908"/>
                <a:gd name="connsiteY3" fmla="*/ 0 h 5659176"/>
                <a:gd name="connsiteX4" fmla="*/ 12192908 w 12192908"/>
                <a:gd name="connsiteY4" fmla="*/ 0 h 5659176"/>
                <a:gd name="connsiteX5" fmla="*/ 12183481 w 12192908"/>
                <a:gd name="connsiteY5" fmla="*/ 5659176 h 5659176"/>
                <a:gd name="connsiteX6" fmla="*/ 908 w 12192908"/>
                <a:gd name="connsiteY6" fmla="*/ 5630895 h 5659176"/>
                <a:gd name="connsiteX7" fmla="*/ 908 w 12192908"/>
                <a:gd name="connsiteY7" fmla="*/ 0 h 5659176"/>
                <a:gd name="connsiteX0" fmla="*/ 908 w 12193814"/>
                <a:gd name="connsiteY0" fmla="*/ 0 h 5668603"/>
                <a:gd name="connsiteX1" fmla="*/ 3455177 w 12193814"/>
                <a:gd name="connsiteY1" fmla="*/ 0 h 5668603"/>
                <a:gd name="connsiteX2" fmla="*/ 3825998 w 12193814"/>
                <a:gd name="connsiteY2" fmla="*/ 351771 h 5668603"/>
                <a:gd name="connsiteX3" fmla="*/ 4196818 w 12193814"/>
                <a:gd name="connsiteY3" fmla="*/ 0 h 5668603"/>
                <a:gd name="connsiteX4" fmla="*/ 12192908 w 12193814"/>
                <a:gd name="connsiteY4" fmla="*/ 0 h 5668603"/>
                <a:gd name="connsiteX5" fmla="*/ 12192907 w 12193814"/>
                <a:gd name="connsiteY5" fmla="*/ 5668603 h 5668603"/>
                <a:gd name="connsiteX6" fmla="*/ 908 w 12193814"/>
                <a:gd name="connsiteY6" fmla="*/ 5630895 h 5668603"/>
                <a:gd name="connsiteX7" fmla="*/ 908 w 12193814"/>
                <a:gd name="connsiteY7" fmla="*/ 0 h 5668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3814" h="5668603">
                  <a:moveTo>
                    <a:pt x="908" y="0"/>
                  </a:moveTo>
                  <a:lnTo>
                    <a:pt x="3455177" y="0"/>
                  </a:lnTo>
                  <a:lnTo>
                    <a:pt x="3825998" y="351771"/>
                  </a:lnTo>
                  <a:lnTo>
                    <a:pt x="4196818" y="0"/>
                  </a:lnTo>
                  <a:lnTo>
                    <a:pt x="12192908" y="0"/>
                  </a:lnTo>
                  <a:cubicBezTo>
                    <a:pt x="12189766" y="1886392"/>
                    <a:pt x="12196049" y="3782211"/>
                    <a:pt x="12192907" y="5668603"/>
                  </a:cubicBezTo>
                  <a:lnTo>
                    <a:pt x="908" y="5630895"/>
                  </a:lnTo>
                  <a:cubicBezTo>
                    <a:pt x="4050" y="3515117"/>
                    <a:pt x="-2234" y="2115778"/>
                    <a:pt x="90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9" name="Grafik 8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783671"/>
              <a:ext cx="12192000" cy="409956"/>
            </a:xfrm>
            <a:prstGeom prst="rect">
              <a:avLst/>
            </a:prstGeom>
          </p:spPr>
        </p:pic>
      </p:grp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AEF9C-B176-4926-8742-D912E047E353}" type="datetime1">
              <a:rPr lang="de-DE" smtClean="0"/>
              <a:t>11.06.2026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Prüfungsvorbereitung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22" y="6342040"/>
            <a:ext cx="1028496" cy="299978"/>
          </a:xfrm>
          <a:prstGeom prst="rect">
            <a:avLst/>
          </a:prstGeom>
        </p:spPr>
      </p:pic>
      <p:sp>
        <p:nvSpPr>
          <p:cNvPr id="33" name="Textplatzhalter 32"/>
          <p:cNvSpPr>
            <a:spLocks noGrp="1"/>
          </p:cNvSpPr>
          <p:nvPr>
            <p:ph type="body" sz="quarter" idx="13" hasCustomPrompt="1"/>
          </p:nvPr>
        </p:nvSpPr>
        <p:spPr>
          <a:xfrm>
            <a:off x="352995" y="2002314"/>
            <a:ext cx="2149475" cy="706356"/>
          </a:xfrm>
        </p:spPr>
        <p:txBody>
          <a:bodyPr>
            <a:normAutofit/>
          </a:bodyPr>
          <a:lstStyle>
            <a:lvl1pPr marL="0" indent="0" algn="ctr">
              <a:buNone/>
              <a:defRPr sz="4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 dirty="0"/>
              <a:t>01</a:t>
            </a:r>
          </a:p>
        </p:txBody>
      </p:sp>
      <p:sp>
        <p:nvSpPr>
          <p:cNvPr id="34" name="Textplatzhalter 32"/>
          <p:cNvSpPr>
            <a:spLocks noGrp="1"/>
          </p:cNvSpPr>
          <p:nvPr>
            <p:ph type="body" sz="quarter" idx="14" hasCustomPrompt="1"/>
          </p:nvPr>
        </p:nvSpPr>
        <p:spPr>
          <a:xfrm>
            <a:off x="352995" y="2721925"/>
            <a:ext cx="2149475" cy="706356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Das erste Thema/Tag</a:t>
            </a:r>
          </a:p>
        </p:txBody>
      </p:sp>
      <p:sp>
        <p:nvSpPr>
          <p:cNvPr id="35" name="Textplatzhalter 32"/>
          <p:cNvSpPr>
            <a:spLocks noGrp="1"/>
          </p:cNvSpPr>
          <p:nvPr>
            <p:ph type="body" sz="quarter" idx="15" hasCustomPrompt="1"/>
          </p:nvPr>
        </p:nvSpPr>
        <p:spPr>
          <a:xfrm>
            <a:off x="352995" y="3441535"/>
            <a:ext cx="2149475" cy="2870365"/>
          </a:xfrm>
        </p:spPr>
        <p:txBody>
          <a:bodyPr>
            <a:normAutofit/>
          </a:bodyPr>
          <a:lstStyle>
            <a:lvl1pPr marL="0" indent="0" algn="ctr">
              <a:buNone/>
              <a:defRPr sz="18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Optional kann hier eine Beschreibung hinterlegt werden</a:t>
            </a:r>
          </a:p>
          <a:p>
            <a:pPr lvl="0"/>
            <a:r>
              <a:rPr lang="de-DE" dirty="0"/>
              <a:t>1.1 </a:t>
            </a:r>
            <a:br>
              <a:rPr lang="de-DE" dirty="0"/>
            </a:br>
            <a:r>
              <a:rPr lang="de-DE" dirty="0"/>
              <a:t>Oder das Thema untergliedert werden</a:t>
            </a:r>
          </a:p>
        </p:txBody>
      </p:sp>
      <p:sp>
        <p:nvSpPr>
          <p:cNvPr id="45" name="Textplatzhalter 32"/>
          <p:cNvSpPr>
            <a:spLocks noGrp="1"/>
          </p:cNvSpPr>
          <p:nvPr>
            <p:ph type="body" sz="quarter" idx="16" hasCustomPrompt="1"/>
          </p:nvPr>
        </p:nvSpPr>
        <p:spPr>
          <a:xfrm>
            <a:off x="2502470" y="2002314"/>
            <a:ext cx="2149475" cy="706356"/>
          </a:xfrm>
        </p:spPr>
        <p:txBody>
          <a:bodyPr>
            <a:normAutofit/>
          </a:bodyPr>
          <a:lstStyle>
            <a:lvl1pPr marL="0" indent="0" algn="ctr">
              <a:buNone/>
              <a:defRPr sz="4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 dirty="0"/>
              <a:t>02</a:t>
            </a:r>
          </a:p>
        </p:txBody>
      </p:sp>
      <p:sp>
        <p:nvSpPr>
          <p:cNvPr id="46" name="Textplatzhalter 32"/>
          <p:cNvSpPr>
            <a:spLocks noGrp="1"/>
          </p:cNvSpPr>
          <p:nvPr>
            <p:ph type="body" sz="quarter" idx="17" hasCustomPrompt="1"/>
          </p:nvPr>
        </p:nvSpPr>
        <p:spPr>
          <a:xfrm>
            <a:off x="2502470" y="2721925"/>
            <a:ext cx="2149475" cy="706356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Das zweite Thema/Tag</a:t>
            </a:r>
          </a:p>
        </p:txBody>
      </p:sp>
      <p:sp>
        <p:nvSpPr>
          <p:cNvPr id="47" name="Textplatzhalter 32"/>
          <p:cNvSpPr>
            <a:spLocks noGrp="1"/>
          </p:cNvSpPr>
          <p:nvPr>
            <p:ph type="body" sz="quarter" idx="18" hasCustomPrompt="1"/>
          </p:nvPr>
        </p:nvSpPr>
        <p:spPr>
          <a:xfrm>
            <a:off x="2502470" y="3441535"/>
            <a:ext cx="2149475" cy="2870365"/>
          </a:xfrm>
        </p:spPr>
        <p:txBody>
          <a:bodyPr>
            <a:normAutofit/>
          </a:bodyPr>
          <a:lstStyle>
            <a:lvl1pPr marL="0" indent="0" algn="ctr">
              <a:buNone/>
              <a:defRPr sz="18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Optional kann hier eine Beschreibung hinterlegt werden</a:t>
            </a:r>
          </a:p>
          <a:p>
            <a:pPr lvl="0"/>
            <a:r>
              <a:rPr lang="de-DE" dirty="0"/>
              <a:t>2.1 </a:t>
            </a:r>
            <a:br>
              <a:rPr lang="de-DE" dirty="0"/>
            </a:br>
            <a:r>
              <a:rPr lang="de-DE" dirty="0"/>
              <a:t>Oder das Thema untergliedert werden</a:t>
            </a:r>
          </a:p>
        </p:txBody>
      </p:sp>
      <p:sp>
        <p:nvSpPr>
          <p:cNvPr id="48" name="Textplatzhalter 32"/>
          <p:cNvSpPr>
            <a:spLocks noGrp="1"/>
          </p:cNvSpPr>
          <p:nvPr>
            <p:ph type="body" sz="quarter" idx="19" hasCustomPrompt="1"/>
          </p:nvPr>
        </p:nvSpPr>
        <p:spPr>
          <a:xfrm>
            <a:off x="4651945" y="2002314"/>
            <a:ext cx="2149475" cy="706356"/>
          </a:xfrm>
        </p:spPr>
        <p:txBody>
          <a:bodyPr>
            <a:normAutofit/>
          </a:bodyPr>
          <a:lstStyle>
            <a:lvl1pPr marL="0" indent="0" algn="ctr">
              <a:buNone/>
              <a:defRPr sz="4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 dirty="0"/>
              <a:t>03</a:t>
            </a:r>
          </a:p>
        </p:txBody>
      </p:sp>
      <p:sp>
        <p:nvSpPr>
          <p:cNvPr id="49" name="Textplatzhalter 32"/>
          <p:cNvSpPr>
            <a:spLocks noGrp="1"/>
          </p:cNvSpPr>
          <p:nvPr>
            <p:ph type="body" sz="quarter" idx="20" hasCustomPrompt="1"/>
          </p:nvPr>
        </p:nvSpPr>
        <p:spPr>
          <a:xfrm>
            <a:off x="4651945" y="2721925"/>
            <a:ext cx="2149475" cy="706356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Das dritte Thema/Tag</a:t>
            </a:r>
          </a:p>
        </p:txBody>
      </p:sp>
      <p:sp>
        <p:nvSpPr>
          <p:cNvPr id="50" name="Textplatzhalter 32"/>
          <p:cNvSpPr>
            <a:spLocks noGrp="1"/>
          </p:cNvSpPr>
          <p:nvPr>
            <p:ph type="body" sz="quarter" idx="21" hasCustomPrompt="1"/>
          </p:nvPr>
        </p:nvSpPr>
        <p:spPr>
          <a:xfrm>
            <a:off x="4651945" y="3441535"/>
            <a:ext cx="2149475" cy="2870365"/>
          </a:xfrm>
        </p:spPr>
        <p:txBody>
          <a:bodyPr>
            <a:normAutofit/>
          </a:bodyPr>
          <a:lstStyle>
            <a:lvl1pPr marL="0" indent="0" algn="ctr">
              <a:buNone/>
              <a:defRPr sz="18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Optional kann hier eine Beschreibung hinterlegt werden</a:t>
            </a:r>
          </a:p>
          <a:p>
            <a:pPr lvl="0"/>
            <a:r>
              <a:rPr lang="de-DE" dirty="0"/>
              <a:t>3.1 </a:t>
            </a:r>
            <a:br>
              <a:rPr lang="de-DE" dirty="0"/>
            </a:br>
            <a:r>
              <a:rPr lang="de-DE" dirty="0"/>
              <a:t>Oder das Thema untergliedert werden</a:t>
            </a:r>
          </a:p>
        </p:txBody>
      </p:sp>
      <p:sp>
        <p:nvSpPr>
          <p:cNvPr id="51" name="Textplatzhalter 32"/>
          <p:cNvSpPr>
            <a:spLocks noGrp="1"/>
          </p:cNvSpPr>
          <p:nvPr>
            <p:ph type="body" sz="quarter" idx="22" hasCustomPrompt="1"/>
          </p:nvPr>
        </p:nvSpPr>
        <p:spPr>
          <a:xfrm>
            <a:off x="6801420" y="2002314"/>
            <a:ext cx="2149475" cy="706356"/>
          </a:xfrm>
        </p:spPr>
        <p:txBody>
          <a:bodyPr>
            <a:normAutofit/>
          </a:bodyPr>
          <a:lstStyle>
            <a:lvl1pPr marL="0" indent="0" algn="ctr">
              <a:buNone/>
              <a:defRPr sz="4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 dirty="0"/>
              <a:t>04</a:t>
            </a:r>
          </a:p>
        </p:txBody>
      </p:sp>
      <p:sp>
        <p:nvSpPr>
          <p:cNvPr id="52" name="Textplatzhalter 32"/>
          <p:cNvSpPr>
            <a:spLocks noGrp="1"/>
          </p:cNvSpPr>
          <p:nvPr>
            <p:ph type="body" sz="quarter" idx="23" hasCustomPrompt="1"/>
          </p:nvPr>
        </p:nvSpPr>
        <p:spPr>
          <a:xfrm>
            <a:off x="6801420" y="2721925"/>
            <a:ext cx="2149475" cy="706356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Das vierte Thema/Tag</a:t>
            </a:r>
          </a:p>
        </p:txBody>
      </p:sp>
      <p:sp>
        <p:nvSpPr>
          <p:cNvPr id="53" name="Textplatzhalter 32"/>
          <p:cNvSpPr>
            <a:spLocks noGrp="1"/>
          </p:cNvSpPr>
          <p:nvPr>
            <p:ph type="body" sz="quarter" idx="24" hasCustomPrompt="1"/>
          </p:nvPr>
        </p:nvSpPr>
        <p:spPr>
          <a:xfrm>
            <a:off x="6801420" y="3441535"/>
            <a:ext cx="2149475" cy="2870365"/>
          </a:xfrm>
        </p:spPr>
        <p:txBody>
          <a:bodyPr>
            <a:normAutofit/>
          </a:bodyPr>
          <a:lstStyle>
            <a:lvl1pPr marL="0" indent="0" algn="ctr">
              <a:buNone/>
              <a:defRPr sz="18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Optional kann hier eine Beschreibung hinterlegt werden</a:t>
            </a:r>
          </a:p>
          <a:p>
            <a:pPr lvl="0"/>
            <a:r>
              <a:rPr lang="de-DE" dirty="0"/>
              <a:t>4.1 </a:t>
            </a:r>
            <a:br>
              <a:rPr lang="de-DE" dirty="0"/>
            </a:br>
            <a:r>
              <a:rPr lang="de-DE" dirty="0"/>
              <a:t>Oder das Thema untergliedert werden</a:t>
            </a:r>
          </a:p>
        </p:txBody>
      </p:sp>
      <p:sp>
        <p:nvSpPr>
          <p:cNvPr id="60" name="Textplatzhalter 32"/>
          <p:cNvSpPr>
            <a:spLocks noGrp="1"/>
          </p:cNvSpPr>
          <p:nvPr>
            <p:ph type="body" sz="quarter" idx="25" hasCustomPrompt="1"/>
          </p:nvPr>
        </p:nvSpPr>
        <p:spPr>
          <a:xfrm>
            <a:off x="8969749" y="2002314"/>
            <a:ext cx="2149475" cy="706356"/>
          </a:xfrm>
        </p:spPr>
        <p:txBody>
          <a:bodyPr>
            <a:normAutofit/>
          </a:bodyPr>
          <a:lstStyle>
            <a:lvl1pPr marL="0" indent="0" algn="ctr">
              <a:buNone/>
              <a:defRPr sz="4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 dirty="0"/>
              <a:t>05</a:t>
            </a:r>
          </a:p>
        </p:txBody>
      </p:sp>
      <p:sp>
        <p:nvSpPr>
          <p:cNvPr id="61" name="Textplatzhalter 32"/>
          <p:cNvSpPr>
            <a:spLocks noGrp="1"/>
          </p:cNvSpPr>
          <p:nvPr>
            <p:ph type="body" sz="quarter" idx="26" hasCustomPrompt="1"/>
          </p:nvPr>
        </p:nvSpPr>
        <p:spPr>
          <a:xfrm>
            <a:off x="8969749" y="2721925"/>
            <a:ext cx="2149475" cy="706356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Das fünfte Thema/Tag</a:t>
            </a:r>
          </a:p>
        </p:txBody>
      </p:sp>
      <p:sp>
        <p:nvSpPr>
          <p:cNvPr id="62" name="Textplatzhalter 32"/>
          <p:cNvSpPr>
            <a:spLocks noGrp="1"/>
          </p:cNvSpPr>
          <p:nvPr>
            <p:ph type="body" sz="quarter" idx="27" hasCustomPrompt="1"/>
          </p:nvPr>
        </p:nvSpPr>
        <p:spPr>
          <a:xfrm>
            <a:off x="8969749" y="3441535"/>
            <a:ext cx="2149475" cy="2870365"/>
          </a:xfrm>
        </p:spPr>
        <p:txBody>
          <a:bodyPr>
            <a:normAutofit/>
          </a:bodyPr>
          <a:lstStyle>
            <a:lvl1pPr marL="0" indent="0" algn="ctr">
              <a:buNone/>
              <a:defRPr sz="18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Optional kann hier eine Beschreibung hinterlegt werden</a:t>
            </a:r>
          </a:p>
          <a:p>
            <a:pPr lvl="0"/>
            <a:r>
              <a:rPr lang="de-DE" dirty="0"/>
              <a:t>5.1 </a:t>
            </a:r>
            <a:br>
              <a:rPr lang="de-DE" dirty="0"/>
            </a:br>
            <a:r>
              <a:rPr lang="de-DE" dirty="0"/>
              <a:t>Oder das Thema untergliedert werden</a:t>
            </a:r>
          </a:p>
        </p:txBody>
      </p:sp>
      <p:sp>
        <p:nvSpPr>
          <p:cNvPr id="63" name="Titel 62"/>
          <p:cNvSpPr>
            <a:spLocks noGrp="1"/>
          </p:cNvSpPr>
          <p:nvPr>
            <p:ph type="title" hasCustomPrompt="1"/>
          </p:nvPr>
        </p:nvSpPr>
        <p:spPr>
          <a:xfrm>
            <a:off x="352995" y="556221"/>
            <a:ext cx="5010857" cy="673743"/>
          </a:xfrm>
        </p:spPr>
        <p:txBody>
          <a:bodyPr anchor="t" anchorCtr="0"/>
          <a:lstStyle>
            <a:lvl1pPr>
              <a:defRPr/>
            </a:lvl1pPr>
          </a:lstStyle>
          <a:p>
            <a:r>
              <a:rPr lang="de-DE" dirty="0"/>
              <a:t>Themenübersicht</a:t>
            </a:r>
          </a:p>
        </p:txBody>
      </p:sp>
    </p:spTree>
    <p:extLst>
      <p:ext uri="{BB962C8B-B14F-4D97-AF65-F5344CB8AC3E}">
        <p14:creationId xmlns:p14="http://schemas.microsoft.com/office/powerpoint/2010/main" val="3734099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rnzie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pieren 7"/>
          <p:cNvGrpSpPr/>
          <p:nvPr userDrawn="1"/>
        </p:nvGrpSpPr>
        <p:grpSpPr>
          <a:xfrm>
            <a:off x="0" y="6083955"/>
            <a:ext cx="12192000" cy="792064"/>
            <a:chOff x="0" y="6083955"/>
            <a:chExt cx="12192000" cy="792064"/>
          </a:xfrm>
        </p:grpSpPr>
        <p:sp>
          <p:nvSpPr>
            <p:cNvPr id="9" name="Freihandform 8"/>
            <p:cNvSpPr/>
            <p:nvPr userDrawn="1"/>
          </p:nvSpPr>
          <p:spPr>
            <a:xfrm>
              <a:off x="0" y="6118781"/>
              <a:ext cx="12192000" cy="757238"/>
            </a:xfrm>
            <a:custGeom>
              <a:avLst/>
              <a:gdLst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7082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5177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7" fmla="*/ 0 w 12192000"/>
                <a:gd name="connsiteY7" fmla="*/ 0 h 757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757238">
                  <a:moveTo>
                    <a:pt x="0" y="0"/>
                  </a:moveTo>
                  <a:lnTo>
                    <a:pt x="3454269" y="0"/>
                  </a:lnTo>
                  <a:lnTo>
                    <a:pt x="3825090" y="351771"/>
                  </a:lnTo>
                  <a:lnTo>
                    <a:pt x="4195910" y="0"/>
                  </a:lnTo>
                  <a:lnTo>
                    <a:pt x="12192000" y="0"/>
                  </a:lnTo>
                  <a:lnTo>
                    <a:pt x="12192000" y="757238"/>
                  </a:lnTo>
                  <a:lnTo>
                    <a:pt x="0" y="7572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0" name="Grafik 9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083955"/>
              <a:ext cx="12192000" cy="409956"/>
            </a:xfrm>
            <a:prstGeom prst="rect">
              <a:avLst/>
            </a:prstGeom>
          </p:spPr>
        </p:pic>
      </p:grp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F8DC8-04AD-4C77-9B77-A14D66767195}" type="datetime1">
              <a:rPr lang="de-DE" smtClean="0"/>
              <a:t>11.06.2026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Prüfungsvorbereitung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  <p:pic>
        <p:nvPicPr>
          <p:cNvPr id="11" name="Grafik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22" y="6342040"/>
            <a:ext cx="1028496" cy="299978"/>
          </a:xfrm>
          <a:prstGeom prst="rect">
            <a:avLst/>
          </a:prstGeom>
        </p:spPr>
      </p:pic>
      <p:sp>
        <p:nvSpPr>
          <p:cNvPr id="14" name="Textplatzhalt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1055688" y="1979613"/>
            <a:ext cx="2158852" cy="1450975"/>
          </a:xfrm>
          <a:solidFill>
            <a:schemeClr val="bg1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600" baseline="0"/>
            </a:lvl1pPr>
          </a:lstStyle>
          <a:p>
            <a:pPr lvl="0"/>
            <a:r>
              <a:rPr lang="de-DE" dirty="0"/>
              <a:t>Hier könnte das erste kompetenzorientierte Lernziel stehen.</a:t>
            </a:r>
          </a:p>
        </p:txBody>
      </p:sp>
      <p:sp>
        <p:nvSpPr>
          <p:cNvPr id="15" name="Textplatzhalt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3949046" y="4147541"/>
            <a:ext cx="2158852" cy="1450975"/>
          </a:xfrm>
          <a:solidFill>
            <a:schemeClr val="bg1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600" baseline="0"/>
            </a:lvl1pPr>
          </a:lstStyle>
          <a:p>
            <a:pPr lvl="0"/>
            <a:r>
              <a:rPr lang="de-DE" dirty="0"/>
              <a:t>Hier könnte das erste kompetenzorientierte Lernziel stehen.</a:t>
            </a:r>
          </a:p>
        </p:txBody>
      </p:sp>
      <p:sp>
        <p:nvSpPr>
          <p:cNvPr id="16" name="Textplatzhalt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6107898" y="558360"/>
            <a:ext cx="2158852" cy="1450975"/>
          </a:xfrm>
          <a:solidFill>
            <a:schemeClr val="bg1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600" baseline="0"/>
            </a:lvl1pPr>
          </a:lstStyle>
          <a:p>
            <a:pPr lvl="0"/>
            <a:r>
              <a:rPr lang="de-DE" dirty="0"/>
              <a:t>Hier könnte das erste kompetenzorientierte Lernziel stehen.</a:t>
            </a:r>
          </a:p>
        </p:txBody>
      </p:sp>
      <p:sp>
        <p:nvSpPr>
          <p:cNvPr id="17" name="Textplatzhalt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8266750" y="2696566"/>
            <a:ext cx="2158852" cy="1450975"/>
          </a:xfrm>
          <a:solidFill>
            <a:schemeClr val="bg1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600" baseline="0"/>
            </a:lvl1pPr>
          </a:lstStyle>
          <a:p>
            <a:pPr lvl="0"/>
            <a:r>
              <a:rPr lang="de-DE" dirty="0"/>
              <a:t>Hier könnte das erste kompetenzorientierte Lernziel stehen.</a:t>
            </a:r>
          </a:p>
        </p:txBody>
      </p:sp>
      <p:sp>
        <p:nvSpPr>
          <p:cNvPr id="18" name="Titel 17"/>
          <p:cNvSpPr>
            <a:spLocks noGrp="1"/>
          </p:cNvSpPr>
          <p:nvPr>
            <p:ph type="title" hasCustomPrompt="1"/>
          </p:nvPr>
        </p:nvSpPr>
        <p:spPr>
          <a:xfrm>
            <a:off x="347893" y="558360"/>
            <a:ext cx="3601153" cy="691320"/>
          </a:xfrm>
        </p:spPr>
        <p:txBody>
          <a:bodyPr anchor="t" anchorCtr="0"/>
          <a:lstStyle>
            <a:lvl1pPr>
              <a:defRPr/>
            </a:lvl1pPr>
          </a:lstStyle>
          <a:p>
            <a:r>
              <a:rPr lang="de-DE" dirty="0"/>
              <a:t>Lernziele</a:t>
            </a:r>
          </a:p>
        </p:txBody>
      </p:sp>
    </p:spTree>
    <p:extLst>
      <p:ext uri="{BB962C8B-B14F-4D97-AF65-F5344CB8AC3E}">
        <p14:creationId xmlns:p14="http://schemas.microsoft.com/office/powerpoint/2010/main" val="3937489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rnziele_mit_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7" hasCustomPrompt="1"/>
          </p:nvPr>
        </p:nvSpPr>
        <p:spPr>
          <a:xfrm>
            <a:off x="0" y="1263650"/>
            <a:ext cx="12192000" cy="5378450"/>
          </a:xfr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lvl1pPr>
          </a:lstStyle>
          <a:p>
            <a:r>
              <a:rPr lang="de-DE"/>
              <a:t>Bild durch klick auf das Symbol hinzufügen und in den Hintergrund verschieben.</a:t>
            </a:r>
          </a:p>
          <a:p>
            <a:endParaRPr lang="de-DE"/>
          </a:p>
        </p:txBody>
      </p:sp>
      <p:grpSp>
        <p:nvGrpSpPr>
          <p:cNvPr id="8" name="Gruppieren 7"/>
          <p:cNvGrpSpPr/>
          <p:nvPr userDrawn="1"/>
        </p:nvGrpSpPr>
        <p:grpSpPr>
          <a:xfrm>
            <a:off x="0" y="6083955"/>
            <a:ext cx="12192000" cy="792064"/>
            <a:chOff x="0" y="6083955"/>
            <a:chExt cx="12192000" cy="792064"/>
          </a:xfrm>
        </p:grpSpPr>
        <p:sp>
          <p:nvSpPr>
            <p:cNvPr id="9" name="Freihandform 8"/>
            <p:cNvSpPr/>
            <p:nvPr userDrawn="1"/>
          </p:nvSpPr>
          <p:spPr>
            <a:xfrm>
              <a:off x="0" y="6118781"/>
              <a:ext cx="12192000" cy="757238"/>
            </a:xfrm>
            <a:custGeom>
              <a:avLst/>
              <a:gdLst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7082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5177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7" fmla="*/ 0 w 12192000"/>
                <a:gd name="connsiteY7" fmla="*/ 0 h 757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757238">
                  <a:moveTo>
                    <a:pt x="0" y="0"/>
                  </a:moveTo>
                  <a:lnTo>
                    <a:pt x="3454269" y="0"/>
                  </a:lnTo>
                  <a:lnTo>
                    <a:pt x="3825090" y="351771"/>
                  </a:lnTo>
                  <a:lnTo>
                    <a:pt x="4195910" y="0"/>
                  </a:lnTo>
                  <a:lnTo>
                    <a:pt x="12192000" y="0"/>
                  </a:lnTo>
                  <a:lnTo>
                    <a:pt x="12192000" y="757238"/>
                  </a:lnTo>
                  <a:lnTo>
                    <a:pt x="0" y="7572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0" name="Grafik 9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083955"/>
              <a:ext cx="12192000" cy="409956"/>
            </a:xfrm>
            <a:prstGeom prst="rect">
              <a:avLst/>
            </a:prstGeom>
          </p:spPr>
        </p:pic>
      </p:grp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650A1-CAE4-44B7-833E-DEC1742E120F}" type="datetime1">
              <a:rPr lang="de-DE" smtClean="0"/>
              <a:t>11.06.2026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Prüfungsvorbereitung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  <p:pic>
        <p:nvPicPr>
          <p:cNvPr id="11" name="Grafik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22" y="6342040"/>
            <a:ext cx="1028496" cy="299978"/>
          </a:xfrm>
          <a:prstGeom prst="rect">
            <a:avLst/>
          </a:prstGeom>
        </p:spPr>
      </p:pic>
      <p:sp>
        <p:nvSpPr>
          <p:cNvPr id="14" name="Textplatzhalt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1055688" y="1979613"/>
            <a:ext cx="2158852" cy="1450975"/>
          </a:xfrm>
          <a:solidFill>
            <a:srgbClr val="FFFFFF"/>
          </a:solidFill>
          <a:ln w="50800" cap="rnd">
            <a:solidFill>
              <a:schemeClr val="tx1"/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600" baseline="0"/>
            </a:lvl1pPr>
          </a:lstStyle>
          <a:p>
            <a:pPr lvl="0"/>
            <a:r>
              <a:rPr lang="de-DE" dirty="0"/>
              <a:t>Hier könnte das erste kompetenzorientierte Lernziel stehen.</a:t>
            </a:r>
          </a:p>
        </p:txBody>
      </p:sp>
      <p:sp>
        <p:nvSpPr>
          <p:cNvPr id="18" name="Titel 17"/>
          <p:cNvSpPr>
            <a:spLocks noGrp="1"/>
          </p:cNvSpPr>
          <p:nvPr>
            <p:ph type="title" hasCustomPrompt="1"/>
          </p:nvPr>
        </p:nvSpPr>
        <p:spPr>
          <a:xfrm>
            <a:off x="347893" y="558360"/>
            <a:ext cx="3601153" cy="1132328"/>
          </a:xfrm>
        </p:spPr>
        <p:txBody>
          <a:bodyPr anchor="t" anchorCtr="0"/>
          <a:lstStyle>
            <a:lvl1pPr>
              <a:defRPr/>
            </a:lvl1pPr>
          </a:lstStyle>
          <a:p>
            <a:r>
              <a:rPr lang="de-DE" dirty="0"/>
              <a:t>Lernziele</a:t>
            </a:r>
          </a:p>
        </p:txBody>
      </p:sp>
      <p:sp>
        <p:nvSpPr>
          <p:cNvPr id="19" name="Textplatzhalter 13"/>
          <p:cNvSpPr>
            <a:spLocks noGrp="1"/>
          </p:cNvSpPr>
          <p:nvPr>
            <p:ph type="body" sz="quarter" idx="18" hasCustomPrompt="1"/>
          </p:nvPr>
        </p:nvSpPr>
        <p:spPr>
          <a:xfrm>
            <a:off x="3949046" y="3430588"/>
            <a:ext cx="2158852" cy="1450975"/>
          </a:xfrm>
          <a:solidFill>
            <a:srgbClr val="FFFFFF"/>
          </a:solidFill>
          <a:ln w="50800" cap="rnd">
            <a:solidFill>
              <a:schemeClr val="tx1"/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600" baseline="0"/>
            </a:lvl1pPr>
          </a:lstStyle>
          <a:p>
            <a:pPr lvl="0"/>
            <a:r>
              <a:rPr lang="de-DE" dirty="0"/>
              <a:t>Hier könnte das erste kompetenzorientierte Lernziel stehen.</a:t>
            </a:r>
          </a:p>
        </p:txBody>
      </p:sp>
      <p:sp>
        <p:nvSpPr>
          <p:cNvPr id="20" name="Textplatzhalter 13"/>
          <p:cNvSpPr>
            <a:spLocks noGrp="1"/>
          </p:cNvSpPr>
          <p:nvPr>
            <p:ph type="body" sz="quarter" idx="19" hasCustomPrompt="1"/>
          </p:nvPr>
        </p:nvSpPr>
        <p:spPr>
          <a:xfrm>
            <a:off x="6842404" y="1979612"/>
            <a:ext cx="2158852" cy="1450975"/>
          </a:xfrm>
          <a:solidFill>
            <a:srgbClr val="FFFFFF"/>
          </a:solidFill>
          <a:ln w="50800" cap="rnd">
            <a:solidFill>
              <a:schemeClr val="tx1"/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600" baseline="0"/>
            </a:lvl1pPr>
          </a:lstStyle>
          <a:p>
            <a:pPr lvl="0"/>
            <a:r>
              <a:rPr lang="de-DE" dirty="0"/>
              <a:t>Hier könnte das erste kompetenzorientierte Lernziel stehen.</a:t>
            </a:r>
          </a:p>
        </p:txBody>
      </p:sp>
      <p:sp>
        <p:nvSpPr>
          <p:cNvPr id="21" name="Textplatzhalter 13"/>
          <p:cNvSpPr>
            <a:spLocks noGrp="1"/>
          </p:cNvSpPr>
          <p:nvPr>
            <p:ph type="body" sz="quarter" idx="20" hasCustomPrompt="1"/>
          </p:nvPr>
        </p:nvSpPr>
        <p:spPr>
          <a:xfrm>
            <a:off x="8249124" y="4135877"/>
            <a:ext cx="2158852" cy="1450975"/>
          </a:xfrm>
          <a:solidFill>
            <a:srgbClr val="FFFFFF"/>
          </a:solidFill>
          <a:ln w="50800" cap="rnd">
            <a:solidFill>
              <a:schemeClr val="tx1"/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600" baseline="0"/>
            </a:lvl1pPr>
          </a:lstStyle>
          <a:p>
            <a:pPr lvl="0"/>
            <a:r>
              <a:rPr lang="de-DE" dirty="0"/>
              <a:t>Hier könnte das erste kompetenzorientierte Lernziel stehen.</a:t>
            </a:r>
          </a:p>
        </p:txBody>
      </p:sp>
    </p:spTree>
    <p:extLst>
      <p:ext uri="{BB962C8B-B14F-4D97-AF65-F5344CB8AC3E}">
        <p14:creationId xmlns:p14="http://schemas.microsoft.com/office/powerpoint/2010/main" val="1589007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menabschni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pieren 17"/>
          <p:cNvGrpSpPr/>
          <p:nvPr userDrawn="1"/>
        </p:nvGrpSpPr>
        <p:grpSpPr>
          <a:xfrm>
            <a:off x="-13606" y="532132"/>
            <a:ext cx="12205606" cy="6351728"/>
            <a:chOff x="-13606" y="532132"/>
            <a:chExt cx="12205606" cy="6351728"/>
          </a:xfrm>
        </p:grpSpPr>
        <p:sp>
          <p:nvSpPr>
            <p:cNvPr id="10" name="Freihandform 9"/>
            <p:cNvSpPr/>
            <p:nvPr userDrawn="1"/>
          </p:nvSpPr>
          <p:spPr>
            <a:xfrm>
              <a:off x="-13606" y="580257"/>
              <a:ext cx="12205606" cy="6303603"/>
            </a:xfrm>
            <a:custGeom>
              <a:avLst/>
              <a:gdLst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7082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5177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7" fmla="*/ 0 w 12192000"/>
                <a:gd name="connsiteY7" fmla="*/ 0 h 757238"/>
                <a:gd name="connsiteX0" fmla="*/ 9427 w 12201427"/>
                <a:gd name="connsiteY0" fmla="*/ 0 h 6347333"/>
                <a:gd name="connsiteX1" fmla="*/ 3463696 w 12201427"/>
                <a:gd name="connsiteY1" fmla="*/ 0 h 6347333"/>
                <a:gd name="connsiteX2" fmla="*/ 3834517 w 12201427"/>
                <a:gd name="connsiteY2" fmla="*/ 351771 h 6347333"/>
                <a:gd name="connsiteX3" fmla="*/ 4205337 w 12201427"/>
                <a:gd name="connsiteY3" fmla="*/ 0 h 6347333"/>
                <a:gd name="connsiteX4" fmla="*/ 12201427 w 12201427"/>
                <a:gd name="connsiteY4" fmla="*/ 0 h 6347333"/>
                <a:gd name="connsiteX5" fmla="*/ 12201427 w 12201427"/>
                <a:gd name="connsiteY5" fmla="*/ 757238 h 6347333"/>
                <a:gd name="connsiteX6" fmla="*/ 0 w 12201427"/>
                <a:gd name="connsiteY6" fmla="*/ 6347333 h 6347333"/>
                <a:gd name="connsiteX7" fmla="*/ 9427 w 12201427"/>
                <a:gd name="connsiteY7" fmla="*/ 0 h 6347333"/>
                <a:gd name="connsiteX0" fmla="*/ 9427 w 12201427"/>
                <a:gd name="connsiteY0" fmla="*/ 0 h 6347333"/>
                <a:gd name="connsiteX1" fmla="*/ 3463696 w 12201427"/>
                <a:gd name="connsiteY1" fmla="*/ 0 h 6347333"/>
                <a:gd name="connsiteX2" fmla="*/ 3834517 w 12201427"/>
                <a:gd name="connsiteY2" fmla="*/ 351771 h 6347333"/>
                <a:gd name="connsiteX3" fmla="*/ 4205337 w 12201427"/>
                <a:gd name="connsiteY3" fmla="*/ 0 h 6347333"/>
                <a:gd name="connsiteX4" fmla="*/ 12201427 w 12201427"/>
                <a:gd name="connsiteY4" fmla="*/ 0 h 6347333"/>
                <a:gd name="connsiteX5" fmla="*/ 12201427 w 12201427"/>
                <a:gd name="connsiteY5" fmla="*/ 6319052 h 6347333"/>
                <a:gd name="connsiteX6" fmla="*/ 0 w 12201427"/>
                <a:gd name="connsiteY6" fmla="*/ 6347333 h 6347333"/>
                <a:gd name="connsiteX7" fmla="*/ 9427 w 12201427"/>
                <a:gd name="connsiteY7" fmla="*/ 0 h 6347333"/>
                <a:gd name="connsiteX0" fmla="*/ 908 w 12192908"/>
                <a:gd name="connsiteY0" fmla="*/ 0 h 6319052"/>
                <a:gd name="connsiteX1" fmla="*/ 3455177 w 12192908"/>
                <a:gd name="connsiteY1" fmla="*/ 0 h 6319052"/>
                <a:gd name="connsiteX2" fmla="*/ 3825998 w 12192908"/>
                <a:gd name="connsiteY2" fmla="*/ 351771 h 6319052"/>
                <a:gd name="connsiteX3" fmla="*/ 4196818 w 12192908"/>
                <a:gd name="connsiteY3" fmla="*/ 0 h 6319052"/>
                <a:gd name="connsiteX4" fmla="*/ 12192908 w 12192908"/>
                <a:gd name="connsiteY4" fmla="*/ 0 h 6319052"/>
                <a:gd name="connsiteX5" fmla="*/ 12192908 w 12192908"/>
                <a:gd name="connsiteY5" fmla="*/ 6319052 h 6319052"/>
                <a:gd name="connsiteX6" fmla="*/ 908 w 12192908"/>
                <a:gd name="connsiteY6" fmla="*/ 5640322 h 6319052"/>
                <a:gd name="connsiteX7" fmla="*/ 908 w 12192908"/>
                <a:gd name="connsiteY7" fmla="*/ 0 h 6319052"/>
                <a:gd name="connsiteX0" fmla="*/ 9427 w 12201427"/>
                <a:gd name="connsiteY0" fmla="*/ 0 h 6319052"/>
                <a:gd name="connsiteX1" fmla="*/ 3463696 w 12201427"/>
                <a:gd name="connsiteY1" fmla="*/ 0 h 6319052"/>
                <a:gd name="connsiteX2" fmla="*/ 3834517 w 12201427"/>
                <a:gd name="connsiteY2" fmla="*/ 351771 h 6319052"/>
                <a:gd name="connsiteX3" fmla="*/ 4205337 w 12201427"/>
                <a:gd name="connsiteY3" fmla="*/ 0 h 6319052"/>
                <a:gd name="connsiteX4" fmla="*/ 12201427 w 12201427"/>
                <a:gd name="connsiteY4" fmla="*/ 0 h 6319052"/>
                <a:gd name="connsiteX5" fmla="*/ 12201427 w 12201427"/>
                <a:gd name="connsiteY5" fmla="*/ 6319052 h 6319052"/>
                <a:gd name="connsiteX6" fmla="*/ 0 w 12201427"/>
                <a:gd name="connsiteY6" fmla="*/ 5414079 h 6319052"/>
                <a:gd name="connsiteX7" fmla="*/ 9427 w 12201427"/>
                <a:gd name="connsiteY7" fmla="*/ 0 h 6319052"/>
                <a:gd name="connsiteX0" fmla="*/ 9427 w 12201427"/>
                <a:gd name="connsiteY0" fmla="*/ 0 h 5630896"/>
                <a:gd name="connsiteX1" fmla="*/ 3463696 w 12201427"/>
                <a:gd name="connsiteY1" fmla="*/ 0 h 5630896"/>
                <a:gd name="connsiteX2" fmla="*/ 3834517 w 12201427"/>
                <a:gd name="connsiteY2" fmla="*/ 351771 h 5630896"/>
                <a:gd name="connsiteX3" fmla="*/ 4205337 w 12201427"/>
                <a:gd name="connsiteY3" fmla="*/ 0 h 5630896"/>
                <a:gd name="connsiteX4" fmla="*/ 12201427 w 12201427"/>
                <a:gd name="connsiteY4" fmla="*/ 0 h 5630896"/>
                <a:gd name="connsiteX5" fmla="*/ 12144866 w 12201427"/>
                <a:gd name="connsiteY5" fmla="*/ 5630896 h 5630896"/>
                <a:gd name="connsiteX6" fmla="*/ 0 w 12201427"/>
                <a:gd name="connsiteY6" fmla="*/ 5414079 h 5630896"/>
                <a:gd name="connsiteX7" fmla="*/ 9427 w 12201427"/>
                <a:gd name="connsiteY7" fmla="*/ 0 h 5630896"/>
                <a:gd name="connsiteX0" fmla="*/ 9427 w 12201427"/>
                <a:gd name="connsiteY0" fmla="*/ 0 h 5659176"/>
                <a:gd name="connsiteX1" fmla="*/ 3463696 w 12201427"/>
                <a:gd name="connsiteY1" fmla="*/ 0 h 5659176"/>
                <a:gd name="connsiteX2" fmla="*/ 3834517 w 12201427"/>
                <a:gd name="connsiteY2" fmla="*/ 351771 h 5659176"/>
                <a:gd name="connsiteX3" fmla="*/ 4205337 w 12201427"/>
                <a:gd name="connsiteY3" fmla="*/ 0 h 5659176"/>
                <a:gd name="connsiteX4" fmla="*/ 12201427 w 12201427"/>
                <a:gd name="connsiteY4" fmla="*/ 0 h 5659176"/>
                <a:gd name="connsiteX5" fmla="*/ 12192000 w 12201427"/>
                <a:gd name="connsiteY5" fmla="*/ 5659176 h 5659176"/>
                <a:gd name="connsiteX6" fmla="*/ 0 w 12201427"/>
                <a:gd name="connsiteY6" fmla="*/ 5414079 h 5659176"/>
                <a:gd name="connsiteX7" fmla="*/ 9427 w 12201427"/>
                <a:gd name="connsiteY7" fmla="*/ 0 h 5659176"/>
                <a:gd name="connsiteX0" fmla="*/ 908 w 12192908"/>
                <a:gd name="connsiteY0" fmla="*/ 0 h 5659176"/>
                <a:gd name="connsiteX1" fmla="*/ 3455177 w 12192908"/>
                <a:gd name="connsiteY1" fmla="*/ 0 h 5659176"/>
                <a:gd name="connsiteX2" fmla="*/ 3825998 w 12192908"/>
                <a:gd name="connsiteY2" fmla="*/ 351771 h 5659176"/>
                <a:gd name="connsiteX3" fmla="*/ 4196818 w 12192908"/>
                <a:gd name="connsiteY3" fmla="*/ 0 h 5659176"/>
                <a:gd name="connsiteX4" fmla="*/ 12192908 w 12192908"/>
                <a:gd name="connsiteY4" fmla="*/ 0 h 5659176"/>
                <a:gd name="connsiteX5" fmla="*/ 12183481 w 12192908"/>
                <a:gd name="connsiteY5" fmla="*/ 5659176 h 5659176"/>
                <a:gd name="connsiteX6" fmla="*/ 908 w 12192908"/>
                <a:gd name="connsiteY6" fmla="*/ 5630895 h 5659176"/>
                <a:gd name="connsiteX7" fmla="*/ 908 w 12192908"/>
                <a:gd name="connsiteY7" fmla="*/ 0 h 5659176"/>
                <a:gd name="connsiteX0" fmla="*/ 908 w 12193814"/>
                <a:gd name="connsiteY0" fmla="*/ 0 h 5668603"/>
                <a:gd name="connsiteX1" fmla="*/ 3455177 w 12193814"/>
                <a:gd name="connsiteY1" fmla="*/ 0 h 5668603"/>
                <a:gd name="connsiteX2" fmla="*/ 3825998 w 12193814"/>
                <a:gd name="connsiteY2" fmla="*/ 351771 h 5668603"/>
                <a:gd name="connsiteX3" fmla="*/ 4196818 w 12193814"/>
                <a:gd name="connsiteY3" fmla="*/ 0 h 5668603"/>
                <a:gd name="connsiteX4" fmla="*/ 12192908 w 12193814"/>
                <a:gd name="connsiteY4" fmla="*/ 0 h 5668603"/>
                <a:gd name="connsiteX5" fmla="*/ 12192907 w 12193814"/>
                <a:gd name="connsiteY5" fmla="*/ 5668603 h 5668603"/>
                <a:gd name="connsiteX6" fmla="*/ 908 w 12193814"/>
                <a:gd name="connsiteY6" fmla="*/ 5630895 h 5668603"/>
                <a:gd name="connsiteX7" fmla="*/ 908 w 12193814"/>
                <a:gd name="connsiteY7" fmla="*/ 0 h 5668603"/>
                <a:gd name="connsiteX0" fmla="*/ 12700 w 12205606"/>
                <a:gd name="connsiteY0" fmla="*/ 0 h 6278779"/>
                <a:gd name="connsiteX1" fmla="*/ 3466969 w 12205606"/>
                <a:gd name="connsiteY1" fmla="*/ 0 h 6278779"/>
                <a:gd name="connsiteX2" fmla="*/ 3837790 w 12205606"/>
                <a:gd name="connsiteY2" fmla="*/ 351771 h 6278779"/>
                <a:gd name="connsiteX3" fmla="*/ 4208610 w 12205606"/>
                <a:gd name="connsiteY3" fmla="*/ 0 h 6278779"/>
                <a:gd name="connsiteX4" fmla="*/ 12204700 w 12205606"/>
                <a:gd name="connsiteY4" fmla="*/ 0 h 6278779"/>
                <a:gd name="connsiteX5" fmla="*/ 12204699 w 12205606"/>
                <a:gd name="connsiteY5" fmla="*/ 5668603 h 6278779"/>
                <a:gd name="connsiteX6" fmla="*/ 0 w 12205606"/>
                <a:gd name="connsiteY6" fmla="*/ 6278595 h 6278779"/>
                <a:gd name="connsiteX7" fmla="*/ 12700 w 12205606"/>
                <a:gd name="connsiteY7" fmla="*/ 0 h 6278779"/>
                <a:gd name="connsiteX0" fmla="*/ 12700 w 12205606"/>
                <a:gd name="connsiteY0" fmla="*/ 0 h 6303603"/>
                <a:gd name="connsiteX1" fmla="*/ 3466969 w 12205606"/>
                <a:gd name="connsiteY1" fmla="*/ 0 h 6303603"/>
                <a:gd name="connsiteX2" fmla="*/ 3837790 w 12205606"/>
                <a:gd name="connsiteY2" fmla="*/ 351771 h 6303603"/>
                <a:gd name="connsiteX3" fmla="*/ 4208610 w 12205606"/>
                <a:gd name="connsiteY3" fmla="*/ 0 h 6303603"/>
                <a:gd name="connsiteX4" fmla="*/ 12204700 w 12205606"/>
                <a:gd name="connsiteY4" fmla="*/ 0 h 6303603"/>
                <a:gd name="connsiteX5" fmla="*/ 12204699 w 12205606"/>
                <a:gd name="connsiteY5" fmla="*/ 6303603 h 6303603"/>
                <a:gd name="connsiteX6" fmla="*/ 0 w 12205606"/>
                <a:gd name="connsiteY6" fmla="*/ 6278595 h 6303603"/>
                <a:gd name="connsiteX7" fmla="*/ 12700 w 12205606"/>
                <a:gd name="connsiteY7" fmla="*/ 0 h 630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205606" h="6303603">
                  <a:moveTo>
                    <a:pt x="12700" y="0"/>
                  </a:moveTo>
                  <a:lnTo>
                    <a:pt x="3466969" y="0"/>
                  </a:lnTo>
                  <a:lnTo>
                    <a:pt x="3837790" y="351771"/>
                  </a:lnTo>
                  <a:lnTo>
                    <a:pt x="4208610" y="0"/>
                  </a:lnTo>
                  <a:lnTo>
                    <a:pt x="12204700" y="0"/>
                  </a:lnTo>
                  <a:cubicBezTo>
                    <a:pt x="12201558" y="1886392"/>
                    <a:pt x="12207841" y="4417211"/>
                    <a:pt x="12204699" y="6303603"/>
                  </a:cubicBezTo>
                  <a:lnTo>
                    <a:pt x="0" y="6278595"/>
                  </a:lnTo>
                  <a:cubicBezTo>
                    <a:pt x="3142" y="4162817"/>
                    <a:pt x="9558" y="2115778"/>
                    <a:pt x="127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1" name="Grafik 10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32132"/>
              <a:ext cx="12192000" cy="409956"/>
            </a:xfrm>
            <a:prstGeom prst="rect">
              <a:avLst/>
            </a:prstGeom>
          </p:spPr>
        </p:pic>
      </p:grp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E9EFF-516B-41B3-B4B4-18963A9F0DBE}" type="datetime1">
              <a:rPr lang="de-DE" smtClean="0"/>
              <a:t>11.06.2026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Prüfungsvorbereitung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  <p:pic>
        <p:nvPicPr>
          <p:cNvPr id="12" name="Grafik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22" y="6342040"/>
            <a:ext cx="1028496" cy="299978"/>
          </a:xfrm>
          <a:prstGeom prst="rect">
            <a:avLst/>
          </a:prstGeom>
        </p:spPr>
      </p:pic>
      <p:sp>
        <p:nvSpPr>
          <p:cNvPr id="14" name="Textplatzhalt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5389392" y="2001809"/>
            <a:ext cx="5751512" cy="707704"/>
          </a:xfrm>
        </p:spPr>
        <p:txBody>
          <a:bodyPr/>
          <a:lstStyle>
            <a:lvl1pPr marL="0" indent="0">
              <a:buNone/>
              <a:defRPr sz="4800" b="1"/>
            </a:lvl1pPr>
          </a:lstStyle>
          <a:p>
            <a:pPr lvl="0"/>
            <a:r>
              <a:rPr lang="de-DE" dirty="0"/>
              <a:t>Thementitel</a:t>
            </a:r>
          </a:p>
        </p:txBody>
      </p:sp>
      <p:sp>
        <p:nvSpPr>
          <p:cNvPr id="15" name="Textplatzhalt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5389392" y="2709513"/>
            <a:ext cx="5751512" cy="711867"/>
          </a:xfrm>
        </p:spPr>
        <p:txBody>
          <a:bodyPr/>
          <a:lstStyle>
            <a:lvl1pPr marL="0" indent="0">
              <a:buNone/>
              <a:defRPr sz="2000" i="1"/>
            </a:lvl1pPr>
          </a:lstStyle>
          <a:p>
            <a:pPr lvl="0"/>
            <a:r>
              <a:rPr lang="de-DE" dirty="0"/>
              <a:t>Themenbeschreibung</a:t>
            </a:r>
          </a:p>
        </p:txBody>
      </p:sp>
      <p:sp>
        <p:nvSpPr>
          <p:cNvPr id="17" name="Textplatzhalt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3949046" y="2000250"/>
            <a:ext cx="1219200" cy="1123950"/>
          </a:xfrm>
        </p:spPr>
        <p:txBody>
          <a:bodyPr/>
          <a:lstStyle>
            <a:lvl1pPr marL="0" indent="0">
              <a:buNone/>
              <a:defRPr sz="7200" b="1"/>
            </a:lvl1pPr>
          </a:lstStyle>
          <a:p>
            <a:pPr lvl="0"/>
            <a:r>
              <a:rPr lang="de-DE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98268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menabschnitt_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 userDrawn="1"/>
        </p:nvSpPr>
        <p:spPr>
          <a:xfrm>
            <a:off x="8983980" y="0"/>
            <a:ext cx="3208020" cy="6311900"/>
          </a:xfrm>
          <a:prstGeom prst="rect">
            <a:avLst/>
          </a:prstGeom>
          <a:solidFill>
            <a:schemeClr val="bg2"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Bildplatzhalter 3"/>
          <p:cNvSpPr>
            <a:spLocks noGrp="1"/>
          </p:cNvSpPr>
          <p:nvPr>
            <p:ph type="pic" sz="quarter" idx="16" hasCustomPrompt="1"/>
          </p:nvPr>
        </p:nvSpPr>
        <p:spPr>
          <a:xfrm>
            <a:off x="0" y="561951"/>
            <a:ext cx="11140904" cy="6069471"/>
          </a:xfrm>
        </p:spPr>
        <p:txBody>
          <a:bodyPr/>
          <a:lstStyle/>
          <a:p>
            <a:r>
              <a:rPr lang="de-DE"/>
              <a:t>Bild durch klick auf das Symbol hinzufügen und in den Hintergrund verschieben.</a:t>
            </a:r>
          </a:p>
          <a:p>
            <a:endParaRPr lang="de-DE"/>
          </a:p>
          <a:p>
            <a:endParaRPr lang="de-DE"/>
          </a:p>
        </p:txBody>
      </p:sp>
      <p:grpSp>
        <p:nvGrpSpPr>
          <p:cNvPr id="18" name="Gruppieren 17"/>
          <p:cNvGrpSpPr/>
          <p:nvPr userDrawn="1"/>
        </p:nvGrpSpPr>
        <p:grpSpPr>
          <a:xfrm>
            <a:off x="0" y="6083955"/>
            <a:ext cx="12192000" cy="792064"/>
            <a:chOff x="0" y="6083955"/>
            <a:chExt cx="12192000" cy="792064"/>
          </a:xfrm>
        </p:grpSpPr>
        <p:sp>
          <p:nvSpPr>
            <p:cNvPr id="19" name="Freihandform 18"/>
            <p:cNvSpPr/>
            <p:nvPr userDrawn="1"/>
          </p:nvSpPr>
          <p:spPr>
            <a:xfrm>
              <a:off x="0" y="6118781"/>
              <a:ext cx="12192000" cy="757238"/>
            </a:xfrm>
            <a:custGeom>
              <a:avLst/>
              <a:gdLst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7082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5177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7" fmla="*/ 0 w 12192000"/>
                <a:gd name="connsiteY7" fmla="*/ 0 h 757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757238">
                  <a:moveTo>
                    <a:pt x="0" y="0"/>
                  </a:moveTo>
                  <a:lnTo>
                    <a:pt x="3454269" y="0"/>
                  </a:lnTo>
                  <a:lnTo>
                    <a:pt x="3825090" y="351771"/>
                  </a:lnTo>
                  <a:lnTo>
                    <a:pt x="4195910" y="0"/>
                  </a:lnTo>
                  <a:lnTo>
                    <a:pt x="12192000" y="0"/>
                  </a:lnTo>
                  <a:lnTo>
                    <a:pt x="12192000" y="757238"/>
                  </a:lnTo>
                  <a:lnTo>
                    <a:pt x="0" y="7572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0" name="Grafik 19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083955"/>
              <a:ext cx="12192000" cy="409956"/>
            </a:xfrm>
            <a:prstGeom prst="rect">
              <a:avLst/>
            </a:prstGeom>
          </p:spPr>
        </p:pic>
      </p:grp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9C810-AB5C-4E46-9C86-6D6384310B4E}" type="datetime1">
              <a:rPr lang="de-DE" smtClean="0"/>
              <a:t>11.06.2026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Prüfungsvorbereitung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  <p:pic>
        <p:nvPicPr>
          <p:cNvPr id="12" name="Grafik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22" y="6342040"/>
            <a:ext cx="1028496" cy="299978"/>
          </a:xfrm>
          <a:prstGeom prst="rect">
            <a:avLst/>
          </a:prstGeom>
        </p:spPr>
      </p:pic>
      <p:sp>
        <p:nvSpPr>
          <p:cNvPr id="14" name="Textplatzhalt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5389392" y="2006889"/>
            <a:ext cx="5751512" cy="707704"/>
          </a:xfrm>
          <a:solidFill>
            <a:srgbClr val="FFFFFF"/>
          </a:solidFill>
          <a:ln w="63500">
            <a:noFill/>
          </a:ln>
        </p:spPr>
        <p:txBody>
          <a:bodyPr/>
          <a:lstStyle>
            <a:lvl1pPr marL="0" indent="0">
              <a:buNone/>
              <a:defRPr sz="4800"/>
            </a:lvl1pPr>
          </a:lstStyle>
          <a:p>
            <a:pPr lvl="0"/>
            <a:r>
              <a:rPr lang="de-DE" dirty="0"/>
              <a:t>Thementitel</a:t>
            </a:r>
          </a:p>
        </p:txBody>
      </p:sp>
      <p:sp>
        <p:nvSpPr>
          <p:cNvPr id="15" name="Textplatzhalt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5389392" y="2714593"/>
            <a:ext cx="5751512" cy="711867"/>
          </a:xfrm>
          <a:solidFill>
            <a:srgbClr val="FFFFFF"/>
          </a:solidFill>
        </p:spPr>
        <p:txBody>
          <a:bodyPr/>
          <a:lstStyle>
            <a:lvl1pPr marL="0" indent="0">
              <a:buNone/>
              <a:defRPr sz="2000" i="1"/>
            </a:lvl1pPr>
          </a:lstStyle>
          <a:p>
            <a:pPr lvl="0"/>
            <a:r>
              <a:rPr lang="de-DE" dirty="0"/>
              <a:t>Themenbeschreibung</a:t>
            </a:r>
          </a:p>
        </p:txBody>
      </p:sp>
      <p:sp>
        <p:nvSpPr>
          <p:cNvPr id="17" name="Textplatzhalt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3949046" y="1997710"/>
            <a:ext cx="1219200" cy="1123950"/>
          </a:xfrm>
          <a:solidFill>
            <a:srgbClr val="FFFFFF"/>
          </a:solidFill>
          <a:ln w="6350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7200" b="1"/>
            </a:lvl1pPr>
          </a:lstStyle>
          <a:p>
            <a:pPr lvl="0"/>
            <a:r>
              <a:rPr lang="de-DE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289615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foli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ieren 5"/>
          <p:cNvGrpSpPr/>
          <p:nvPr userDrawn="1"/>
        </p:nvGrpSpPr>
        <p:grpSpPr>
          <a:xfrm>
            <a:off x="0" y="6083955"/>
            <a:ext cx="12192000" cy="792064"/>
            <a:chOff x="0" y="6083955"/>
            <a:chExt cx="12192000" cy="792064"/>
          </a:xfrm>
        </p:grpSpPr>
        <p:sp>
          <p:nvSpPr>
            <p:cNvPr id="7" name="Freihandform 6"/>
            <p:cNvSpPr/>
            <p:nvPr userDrawn="1"/>
          </p:nvSpPr>
          <p:spPr>
            <a:xfrm>
              <a:off x="0" y="6118781"/>
              <a:ext cx="12192000" cy="757238"/>
            </a:xfrm>
            <a:custGeom>
              <a:avLst/>
              <a:gdLst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7082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5177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7" fmla="*/ 0 w 12192000"/>
                <a:gd name="connsiteY7" fmla="*/ 0 h 757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757238">
                  <a:moveTo>
                    <a:pt x="0" y="0"/>
                  </a:moveTo>
                  <a:lnTo>
                    <a:pt x="3454269" y="0"/>
                  </a:lnTo>
                  <a:lnTo>
                    <a:pt x="3825090" y="351771"/>
                  </a:lnTo>
                  <a:lnTo>
                    <a:pt x="4195910" y="0"/>
                  </a:lnTo>
                  <a:lnTo>
                    <a:pt x="12192000" y="0"/>
                  </a:lnTo>
                  <a:lnTo>
                    <a:pt x="12192000" y="757238"/>
                  </a:lnTo>
                  <a:lnTo>
                    <a:pt x="0" y="7572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8" name="Grafik 7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083955"/>
              <a:ext cx="12192000" cy="409956"/>
            </a:xfrm>
            <a:prstGeom prst="rect">
              <a:avLst/>
            </a:prstGeom>
          </p:spPr>
        </p:pic>
      </p:grp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22" y="6342040"/>
            <a:ext cx="1028496" cy="299978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62422" y="550865"/>
            <a:ext cx="7181378" cy="720725"/>
          </a:xfrm>
        </p:spPr>
        <p:txBody>
          <a:bodyPr anchor="t" anchorCtr="0"/>
          <a:lstStyle>
            <a:lvl1pPr>
              <a:defRPr b="1"/>
            </a:lvl1pPr>
          </a:lstStyle>
          <a:p>
            <a:r>
              <a:rPr lang="de-DE" dirty="0"/>
              <a:t>Überschrift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87628-BEF6-44C2-BB07-F398106C9022}" type="datetime1">
              <a:rPr lang="de-DE" smtClean="0"/>
              <a:t>11.06.2026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Prüfungsvorbereitung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361949" y="1271590"/>
            <a:ext cx="11495754" cy="714373"/>
          </a:xfrm>
        </p:spPr>
        <p:txBody>
          <a:bodyPr>
            <a:normAutofit/>
          </a:bodyPr>
          <a:lstStyle>
            <a:lvl1pPr marL="0" indent="0">
              <a:buNone/>
              <a:defRPr sz="1800" i="1" baseline="0"/>
            </a:lvl1pPr>
          </a:lstStyle>
          <a:p>
            <a:pPr lvl="0"/>
            <a:r>
              <a:rPr lang="de-DE" dirty="0"/>
              <a:t>Hier kann optional eine Unterüberschrift oder eine Erklärung eingefügt werden</a:t>
            </a:r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4"/>
          </p:nvPr>
        </p:nvSpPr>
        <p:spPr>
          <a:xfrm>
            <a:off x="361949" y="1985963"/>
            <a:ext cx="11495753" cy="3602037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3118912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folie_Zwei_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ieren 5"/>
          <p:cNvGrpSpPr/>
          <p:nvPr userDrawn="1"/>
        </p:nvGrpSpPr>
        <p:grpSpPr>
          <a:xfrm>
            <a:off x="0" y="6083955"/>
            <a:ext cx="12192000" cy="792064"/>
            <a:chOff x="0" y="6083955"/>
            <a:chExt cx="12192000" cy="792064"/>
          </a:xfrm>
        </p:grpSpPr>
        <p:sp>
          <p:nvSpPr>
            <p:cNvPr id="7" name="Freihandform 6"/>
            <p:cNvSpPr/>
            <p:nvPr userDrawn="1"/>
          </p:nvSpPr>
          <p:spPr>
            <a:xfrm>
              <a:off x="0" y="6118781"/>
              <a:ext cx="12192000" cy="757238"/>
            </a:xfrm>
            <a:custGeom>
              <a:avLst/>
              <a:gdLst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7082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5177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7" fmla="*/ 0 w 12192000"/>
                <a:gd name="connsiteY7" fmla="*/ 0 h 757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757238">
                  <a:moveTo>
                    <a:pt x="0" y="0"/>
                  </a:moveTo>
                  <a:lnTo>
                    <a:pt x="3454269" y="0"/>
                  </a:lnTo>
                  <a:lnTo>
                    <a:pt x="3825090" y="351771"/>
                  </a:lnTo>
                  <a:lnTo>
                    <a:pt x="4195910" y="0"/>
                  </a:lnTo>
                  <a:lnTo>
                    <a:pt x="12192000" y="0"/>
                  </a:lnTo>
                  <a:lnTo>
                    <a:pt x="12192000" y="757238"/>
                  </a:lnTo>
                  <a:lnTo>
                    <a:pt x="0" y="7572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8" name="Grafik 7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083955"/>
              <a:ext cx="12192000" cy="409956"/>
            </a:xfrm>
            <a:prstGeom prst="rect">
              <a:avLst/>
            </a:prstGeom>
          </p:spPr>
        </p:pic>
      </p:grp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22" y="6342040"/>
            <a:ext cx="1028496" cy="299978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62422" y="550865"/>
            <a:ext cx="7181378" cy="720725"/>
          </a:xfrm>
        </p:spPr>
        <p:txBody>
          <a:bodyPr anchor="t" anchorCtr="0"/>
          <a:lstStyle>
            <a:lvl1pPr>
              <a:defRPr b="1"/>
            </a:lvl1pPr>
          </a:lstStyle>
          <a:p>
            <a:r>
              <a:rPr lang="de-DE" dirty="0"/>
              <a:t>Überschrift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13816-C264-430C-B8BF-963FA93F1EB7}" type="datetime1">
              <a:rPr lang="de-DE" smtClean="0"/>
              <a:t>11.06.2026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Prüfungsvorbereitung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361949" y="1271590"/>
            <a:ext cx="11495754" cy="714373"/>
          </a:xfrm>
        </p:spPr>
        <p:txBody>
          <a:bodyPr>
            <a:normAutofit/>
          </a:bodyPr>
          <a:lstStyle>
            <a:lvl1pPr marL="0" indent="0">
              <a:buNone/>
              <a:defRPr sz="1800" i="1" baseline="0"/>
            </a:lvl1pPr>
          </a:lstStyle>
          <a:p>
            <a:pPr lvl="0"/>
            <a:r>
              <a:rPr lang="de-DE" dirty="0"/>
              <a:t>Hier kann optional eine Unterüberschrift oder eine Erklärung eingefügt werden</a:t>
            </a:r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4"/>
          </p:nvPr>
        </p:nvSpPr>
        <p:spPr>
          <a:xfrm>
            <a:off x="361951" y="2706688"/>
            <a:ext cx="5001902" cy="2881312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2" name="Textplatzhalter 12"/>
          <p:cNvSpPr>
            <a:spLocks noGrp="1"/>
          </p:cNvSpPr>
          <p:nvPr>
            <p:ph type="body" sz="quarter" idx="15"/>
          </p:nvPr>
        </p:nvSpPr>
        <p:spPr>
          <a:xfrm>
            <a:off x="6810375" y="2706688"/>
            <a:ext cx="5047328" cy="29161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4" name="Textplatzhalt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6810374" y="1981200"/>
            <a:ext cx="5046664" cy="725488"/>
          </a:xfrm>
        </p:spPr>
        <p:txBody>
          <a:bodyPr/>
          <a:lstStyle>
            <a:lvl1pPr marL="0" indent="0">
              <a:buNone/>
              <a:defRPr sz="2200" b="1" baseline="0"/>
            </a:lvl1pPr>
          </a:lstStyle>
          <a:p>
            <a:pPr lvl="0"/>
            <a:r>
              <a:rPr lang="de-DE" dirty="0"/>
              <a:t>Optional kann hier eine zweite Überschrift eingefügt werden.</a:t>
            </a:r>
          </a:p>
        </p:txBody>
      </p:sp>
      <p:sp>
        <p:nvSpPr>
          <p:cNvPr id="15" name="Textplatzhalter 13"/>
          <p:cNvSpPr>
            <a:spLocks noGrp="1"/>
          </p:cNvSpPr>
          <p:nvPr>
            <p:ph type="body" sz="quarter" idx="17" hasCustomPrompt="1"/>
          </p:nvPr>
        </p:nvSpPr>
        <p:spPr>
          <a:xfrm>
            <a:off x="336445" y="1992314"/>
            <a:ext cx="5027407" cy="714373"/>
          </a:xfrm>
        </p:spPr>
        <p:txBody>
          <a:bodyPr/>
          <a:lstStyle>
            <a:lvl1pPr marL="0" indent="0">
              <a:buNone/>
              <a:defRPr sz="2200" b="1" baseline="0"/>
            </a:lvl1pPr>
          </a:lstStyle>
          <a:p>
            <a:pPr lvl="0"/>
            <a:r>
              <a:rPr lang="de-DE" dirty="0"/>
              <a:t>Optional kann hier eine zweite Überschrift eingefügt werden.</a:t>
            </a:r>
          </a:p>
        </p:txBody>
      </p:sp>
    </p:spTree>
    <p:extLst>
      <p:ext uri="{BB962C8B-B14F-4D97-AF65-F5344CB8AC3E}">
        <p14:creationId xmlns:p14="http://schemas.microsoft.com/office/powerpoint/2010/main" val="3457550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folie_mit_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ieren 5"/>
          <p:cNvGrpSpPr/>
          <p:nvPr userDrawn="1"/>
        </p:nvGrpSpPr>
        <p:grpSpPr>
          <a:xfrm>
            <a:off x="0" y="6083955"/>
            <a:ext cx="12192000" cy="792064"/>
            <a:chOff x="0" y="6083955"/>
            <a:chExt cx="12192000" cy="792064"/>
          </a:xfrm>
        </p:grpSpPr>
        <p:sp>
          <p:nvSpPr>
            <p:cNvPr id="7" name="Freihandform 6"/>
            <p:cNvSpPr/>
            <p:nvPr userDrawn="1"/>
          </p:nvSpPr>
          <p:spPr>
            <a:xfrm>
              <a:off x="0" y="6118781"/>
              <a:ext cx="12192000" cy="757238"/>
            </a:xfrm>
            <a:custGeom>
              <a:avLst/>
              <a:gdLst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7082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5177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7" fmla="*/ 0 w 12192000"/>
                <a:gd name="connsiteY7" fmla="*/ 0 h 757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757238">
                  <a:moveTo>
                    <a:pt x="0" y="0"/>
                  </a:moveTo>
                  <a:lnTo>
                    <a:pt x="3454269" y="0"/>
                  </a:lnTo>
                  <a:lnTo>
                    <a:pt x="3825090" y="351771"/>
                  </a:lnTo>
                  <a:lnTo>
                    <a:pt x="4195910" y="0"/>
                  </a:lnTo>
                  <a:lnTo>
                    <a:pt x="12192000" y="0"/>
                  </a:lnTo>
                  <a:lnTo>
                    <a:pt x="12192000" y="757238"/>
                  </a:lnTo>
                  <a:lnTo>
                    <a:pt x="0" y="7572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8" name="Grafik 7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083955"/>
              <a:ext cx="12192000" cy="409956"/>
            </a:xfrm>
            <a:prstGeom prst="rect">
              <a:avLst/>
            </a:prstGeom>
          </p:spPr>
        </p:pic>
      </p:grp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22" y="6342040"/>
            <a:ext cx="1028496" cy="299978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62422" y="550865"/>
            <a:ext cx="7181378" cy="720725"/>
          </a:xfrm>
        </p:spPr>
        <p:txBody>
          <a:bodyPr anchor="t" anchorCtr="0"/>
          <a:lstStyle>
            <a:lvl1pPr>
              <a:defRPr b="1"/>
            </a:lvl1pPr>
          </a:lstStyle>
          <a:p>
            <a:r>
              <a:rPr lang="de-DE" dirty="0"/>
              <a:t>Überschrift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8B3FF-282B-4403-8518-8FE5F6E14C24}" type="datetime1">
              <a:rPr lang="de-DE" smtClean="0"/>
              <a:t>11.06.2026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Prüfungsvorbereitung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361949" y="1271590"/>
            <a:ext cx="7181851" cy="714373"/>
          </a:xfrm>
        </p:spPr>
        <p:txBody>
          <a:bodyPr>
            <a:normAutofit/>
          </a:bodyPr>
          <a:lstStyle>
            <a:lvl1pPr marL="0" indent="0">
              <a:buNone/>
              <a:defRPr sz="1800" i="1" baseline="0"/>
            </a:lvl1pPr>
          </a:lstStyle>
          <a:p>
            <a:pPr lvl="0"/>
            <a:r>
              <a:rPr lang="de-DE" dirty="0"/>
              <a:t>Hier kann optional eine Unterüberschrift oder eine Erklärung eingefügt werden</a:t>
            </a:r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4"/>
          </p:nvPr>
        </p:nvSpPr>
        <p:spPr>
          <a:xfrm>
            <a:off x="361949" y="1985963"/>
            <a:ext cx="7181851" cy="3602037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2" name="Bildplatzhalter 11"/>
          <p:cNvSpPr>
            <a:spLocks noGrp="1"/>
          </p:cNvSpPr>
          <p:nvPr>
            <p:ph type="pic" sz="quarter" idx="15"/>
          </p:nvPr>
        </p:nvSpPr>
        <p:spPr>
          <a:xfrm>
            <a:off x="7552150" y="549275"/>
            <a:ext cx="4628738" cy="260604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4" name="Bildplatzhalter 11"/>
          <p:cNvSpPr>
            <a:spLocks noGrp="1"/>
          </p:cNvSpPr>
          <p:nvPr>
            <p:ph type="pic" sz="quarter" idx="16"/>
          </p:nvPr>
        </p:nvSpPr>
        <p:spPr>
          <a:xfrm>
            <a:off x="7552150" y="3439042"/>
            <a:ext cx="4628738" cy="260604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133830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mit_Bild_qu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ildplatzhalter 11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2709884"/>
          </a:xfr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lvl1pPr>
          </a:lstStyle>
          <a:p>
            <a:r>
              <a:rPr lang="de-DE"/>
              <a:t>Bild durch klick auf das Symbol hinzufügen und in den Hintergrund verschieben.</a:t>
            </a:r>
          </a:p>
          <a:p>
            <a:endParaRPr lang="de-DE"/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22" y="6342040"/>
            <a:ext cx="1028496" cy="299978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62422" y="2729922"/>
            <a:ext cx="7181378" cy="720725"/>
          </a:xfrm>
        </p:spPr>
        <p:txBody>
          <a:bodyPr anchor="t" anchorCtr="0"/>
          <a:lstStyle>
            <a:lvl1pPr>
              <a:defRPr b="1"/>
            </a:lvl1pPr>
          </a:lstStyle>
          <a:p>
            <a:r>
              <a:rPr lang="de-DE" dirty="0"/>
              <a:t>Überschrift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AB044-3FA7-42D1-B6ED-D51A34648E58}" type="datetime1">
              <a:rPr lang="de-DE" smtClean="0"/>
              <a:t>11.06.2026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Prüfungsvorbereitung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361949" y="3440846"/>
            <a:ext cx="7181851" cy="712054"/>
          </a:xfrm>
        </p:spPr>
        <p:txBody>
          <a:bodyPr>
            <a:normAutofit/>
          </a:bodyPr>
          <a:lstStyle>
            <a:lvl1pPr marL="0" indent="0">
              <a:buNone/>
              <a:defRPr sz="1800" i="1" baseline="0"/>
            </a:lvl1pPr>
          </a:lstStyle>
          <a:p>
            <a:pPr lvl="0"/>
            <a:r>
              <a:rPr lang="de-DE" dirty="0"/>
              <a:t>Hier kann optional eine Unterüberschrift oder eine Erklärung eingefügt werden</a:t>
            </a:r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4"/>
          </p:nvPr>
        </p:nvSpPr>
        <p:spPr>
          <a:xfrm>
            <a:off x="361949" y="4152899"/>
            <a:ext cx="11495089" cy="2159021"/>
          </a:xfrm>
        </p:spPr>
        <p:txBody>
          <a:bodyPr numCol="2" spcCol="0">
            <a:normAutofit/>
          </a:bodyPr>
          <a:lstStyle>
            <a:lvl1pPr>
              <a:defRPr sz="2400"/>
            </a:lvl1pPr>
            <a:lvl2pPr>
              <a:defRPr/>
            </a:lvl2pPr>
            <a:lvl4pPr>
              <a:defRPr/>
            </a:lvl4pPr>
          </a:lstStyle>
          <a:p>
            <a:pPr lvl="0"/>
            <a:r>
              <a:rPr lang="de-DE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41645596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bildungsseite_Voll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pieren 4"/>
          <p:cNvGrpSpPr/>
          <p:nvPr userDrawn="1"/>
        </p:nvGrpSpPr>
        <p:grpSpPr>
          <a:xfrm>
            <a:off x="0" y="6083955"/>
            <a:ext cx="12192000" cy="792064"/>
            <a:chOff x="0" y="6083955"/>
            <a:chExt cx="12192000" cy="792064"/>
          </a:xfrm>
        </p:grpSpPr>
        <p:sp>
          <p:nvSpPr>
            <p:cNvPr id="6" name="Freihandform 5"/>
            <p:cNvSpPr/>
            <p:nvPr userDrawn="1"/>
          </p:nvSpPr>
          <p:spPr>
            <a:xfrm>
              <a:off x="0" y="6118781"/>
              <a:ext cx="12192000" cy="757238"/>
            </a:xfrm>
            <a:custGeom>
              <a:avLst/>
              <a:gdLst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7082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5177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7" fmla="*/ 0 w 12192000"/>
                <a:gd name="connsiteY7" fmla="*/ 0 h 757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757238">
                  <a:moveTo>
                    <a:pt x="0" y="0"/>
                  </a:moveTo>
                  <a:lnTo>
                    <a:pt x="3454269" y="0"/>
                  </a:lnTo>
                  <a:lnTo>
                    <a:pt x="3825090" y="351771"/>
                  </a:lnTo>
                  <a:lnTo>
                    <a:pt x="4195910" y="0"/>
                  </a:lnTo>
                  <a:lnTo>
                    <a:pt x="12192000" y="0"/>
                  </a:lnTo>
                  <a:lnTo>
                    <a:pt x="12192000" y="757238"/>
                  </a:lnTo>
                  <a:lnTo>
                    <a:pt x="0" y="7572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7" name="Grafik 6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083955"/>
              <a:ext cx="12192000" cy="409956"/>
            </a:xfrm>
            <a:prstGeom prst="rect">
              <a:avLst/>
            </a:prstGeom>
          </p:spPr>
        </p:pic>
      </p:grpSp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95132-6A37-40F3-A6BF-C9CF02E21E35}" type="datetime1">
              <a:rPr lang="de-DE" smtClean="0"/>
              <a:t>11.06.2026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Prüfungsvorbereitung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22" y="6342040"/>
            <a:ext cx="1028496" cy="299978"/>
          </a:xfrm>
          <a:prstGeom prst="rect">
            <a:avLst/>
          </a:prstGeom>
        </p:spPr>
      </p:pic>
      <p:sp>
        <p:nvSpPr>
          <p:cNvPr id="11" name="Bildplatzhalter 10"/>
          <p:cNvSpPr>
            <a:spLocks noGrp="1"/>
          </p:cNvSpPr>
          <p:nvPr>
            <p:ph type="pic" sz="quarter" idx="13" hasCustomPrompt="1"/>
          </p:nvPr>
        </p:nvSpPr>
        <p:spPr>
          <a:xfrm>
            <a:off x="334963" y="549275"/>
            <a:ext cx="11522075" cy="6092825"/>
          </a:xfr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lvl1pPr>
          </a:lstStyle>
          <a:p>
            <a:r>
              <a:rPr lang="de-DE"/>
              <a:t>Bild durch klick auf das Symbol hinzufügen und in den Hintergrund verschieben.</a:t>
            </a:r>
          </a:p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77268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bildungsseite_mit_Erklä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pieren 4"/>
          <p:cNvGrpSpPr/>
          <p:nvPr userDrawn="1"/>
        </p:nvGrpSpPr>
        <p:grpSpPr>
          <a:xfrm>
            <a:off x="0" y="6083955"/>
            <a:ext cx="12192000" cy="792064"/>
            <a:chOff x="0" y="6083955"/>
            <a:chExt cx="12192000" cy="792064"/>
          </a:xfrm>
        </p:grpSpPr>
        <p:sp>
          <p:nvSpPr>
            <p:cNvPr id="6" name="Freihandform 5"/>
            <p:cNvSpPr/>
            <p:nvPr userDrawn="1"/>
          </p:nvSpPr>
          <p:spPr>
            <a:xfrm>
              <a:off x="0" y="6118781"/>
              <a:ext cx="12192000" cy="757238"/>
            </a:xfrm>
            <a:custGeom>
              <a:avLst/>
              <a:gdLst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7082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5177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7" fmla="*/ 0 w 12192000"/>
                <a:gd name="connsiteY7" fmla="*/ 0 h 757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757238">
                  <a:moveTo>
                    <a:pt x="0" y="0"/>
                  </a:moveTo>
                  <a:lnTo>
                    <a:pt x="3454269" y="0"/>
                  </a:lnTo>
                  <a:lnTo>
                    <a:pt x="3825090" y="351771"/>
                  </a:lnTo>
                  <a:lnTo>
                    <a:pt x="4195910" y="0"/>
                  </a:lnTo>
                  <a:lnTo>
                    <a:pt x="12192000" y="0"/>
                  </a:lnTo>
                  <a:lnTo>
                    <a:pt x="12192000" y="757238"/>
                  </a:lnTo>
                  <a:lnTo>
                    <a:pt x="0" y="7572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7" name="Grafik 6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083955"/>
              <a:ext cx="12192000" cy="409956"/>
            </a:xfrm>
            <a:prstGeom prst="rect">
              <a:avLst/>
            </a:prstGeom>
          </p:spPr>
        </p:pic>
      </p:grpSp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121EA-220A-4370-90BB-5163EF156B29}" type="datetime1">
              <a:rPr lang="de-DE" smtClean="0"/>
              <a:t>11.06.2026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Prüfungsvorbereitung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22" y="6342040"/>
            <a:ext cx="1028496" cy="299978"/>
          </a:xfrm>
          <a:prstGeom prst="rect">
            <a:avLst/>
          </a:prstGeom>
        </p:spPr>
      </p:pic>
      <p:sp>
        <p:nvSpPr>
          <p:cNvPr id="11" name="Bildplatzhalter 10"/>
          <p:cNvSpPr>
            <a:spLocks noGrp="1"/>
          </p:cNvSpPr>
          <p:nvPr>
            <p:ph type="pic" sz="quarter" idx="13" hasCustomPrompt="1"/>
          </p:nvPr>
        </p:nvSpPr>
        <p:spPr>
          <a:xfrm>
            <a:off x="334963" y="549275"/>
            <a:ext cx="11522075" cy="4317693"/>
          </a:xfr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lvl1pPr>
          </a:lstStyle>
          <a:p>
            <a:r>
              <a:rPr lang="de-DE"/>
              <a:t>Bild durch klick auf das Symbol hinzufügen und in den Hintergrund verschieben.</a:t>
            </a:r>
          </a:p>
          <a:p>
            <a:endParaRPr lang="de-DE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4"/>
          </p:nvPr>
        </p:nvSpPr>
        <p:spPr>
          <a:xfrm>
            <a:off x="334963" y="4895850"/>
            <a:ext cx="11522075" cy="692150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25011237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bildungsseite_Zwei_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pieren 4"/>
          <p:cNvGrpSpPr/>
          <p:nvPr userDrawn="1"/>
        </p:nvGrpSpPr>
        <p:grpSpPr>
          <a:xfrm>
            <a:off x="0" y="6083955"/>
            <a:ext cx="12192000" cy="792064"/>
            <a:chOff x="0" y="6083955"/>
            <a:chExt cx="12192000" cy="792064"/>
          </a:xfrm>
        </p:grpSpPr>
        <p:sp>
          <p:nvSpPr>
            <p:cNvPr id="6" name="Freihandform 5"/>
            <p:cNvSpPr/>
            <p:nvPr userDrawn="1"/>
          </p:nvSpPr>
          <p:spPr>
            <a:xfrm>
              <a:off x="0" y="6118781"/>
              <a:ext cx="12192000" cy="757238"/>
            </a:xfrm>
            <a:custGeom>
              <a:avLst/>
              <a:gdLst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7082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5177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7" fmla="*/ 0 w 12192000"/>
                <a:gd name="connsiteY7" fmla="*/ 0 h 757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757238">
                  <a:moveTo>
                    <a:pt x="0" y="0"/>
                  </a:moveTo>
                  <a:lnTo>
                    <a:pt x="3454269" y="0"/>
                  </a:lnTo>
                  <a:lnTo>
                    <a:pt x="3825090" y="351771"/>
                  </a:lnTo>
                  <a:lnTo>
                    <a:pt x="4195910" y="0"/>
                  </a:lnTo>
                  <a:lnTo>
                    <a:pt x="12192000" y="0"/>
                  </a:lnTo>
                  <a:lnTo>
                    <a:pt x="12192000" y="757238"/>
                  </a:lnTo>
                  <a:lnTo>
                    <a:pt x="0" y="7572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7" name="Grafik 6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083955"/>
              <a:ext cx="12192000" cy="409956"/>
            </a:xfrm>
            <a:prstGeom prst="rect">
              <a:avLst/>
            </a:prstGeom>
          </p:spPr>
        </p:pic>
      </p:grpSp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3A620-0647-4637-9DA4-7974076B2B13}" type="datetime1">
              <a:rPr lang="de-DE" smtClean="0"/>
              <a:t>11.06.2026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Prüfungsvorbereitung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22" y="6342040"/>
            <a:ext cx="1028496" cy="299978"/>
          </a:xfrm>
          <a:prstGeom prst="rect">
            <a:avLst/>
          </a:prstGeom>
        </p:spPr>
      </p:pic>
      <p:sp>
        <p:nvSpPr>
          <p:cNvPr id="11" name="Bildplatzhalter 10"/>
          <p:cNvSpPr>
            <a:spLocks noGrp="1"/>
          </p:cNvSpPr>
          <p:nvPr>
            <p:ph type="pic" sz="quarter" idx="13" hasCustomPrompt="1"/>
          </p:nvPr>
        </p:nvSpPr>
        <p:spPr>
          <a:xfrm>
            <a:off x="334963" y="549275"/>
            <a:ext cx="5761037" cy="6092825"/>
          </a:xfr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lvl1pPr>
          </a:lstStyle>
          <a:p>
            <a:r>
              <a:rPr lang="de-DE"/>
              <a:t>Bild durch klick auf das Symbol hinzufügen und in den Hintergrund verschieben.</a:t>
            </a:r>
          </a:p>
          <a:p>
            <a:endParaRPr lang="de-DE"/>
          </a:p>
        </p:txBody>
      </p:sp>
      <p:sp>
        <p:nvSpPr>
          <p:cNvPr id="10" name="Bildplatzhalter 10"/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549275"/>
            <a:ext cx="5761037" cy="6092825"/>
          </a:xfr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lvl1pPr>
          </a:lstStyle>
          <a:p>
            <a:r>
              <a:rPr lang="de-DE"/>
              <a:t>Bild durch klick auf das Symbol hinzufügen und in den Hintergrund verschieben.</a:t>
            </a:r>
          </a:p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590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bbildungsseite_Zwei_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pieren 4"/>
          <p:cNvGrpSpPr/>
          <p:nvPr userDrawn="1"/>
        </p:nvGrpSpPr>
        <p:grpSpPr>
          <a:xfrm>
            <a:off x="0" y="6083955"/>
            <a:ext cx="12192000" cy="792064"/>
            <a:chOff x="0" y="6083955"/>
            <a:chExt cx="12192000" cy="792064"/>
          </a:xfrm>
        </p:grpSpPr>
        <p:sp>
          <p:nvSpPr>
            <p:cNvPr id="6" name="Freihandform 5"/>
            <p:cNvSpPr/>
            <p:nvPr userDrawn="1"/>
          </p:nvSpPr>
          <p:spPr>
            <a:xfrm>
              <a:off x="0" y="6118781"/>
              <a:ext cx="12192000" cy="757238"/>
            </a:xfrm>
            <a:custGeom>
              <a:avLst/>
              <a:gdLst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7082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5177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7" fmla="*/ 0 w 12192000"/>
                <a:gd name="connsiteY7" fmla="*/ 0 h 757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757238">
                  <a:moveTo>
                    <a:pt x="0" y="0"/>
                  </a:moveTo>
                  <a:lnTo>
                    <a:pt x="3454269" y="0"/>
                  </a:lnTo>
                  <a:lnTo>
                    <a:pt x="3825090" y="351771"/>
                  </a:lnTo>
                  <a:lnTo>
                    <a:pt x="4195910" y="0"/>
                  </a:lnTo>
                  <a:lnTo>
                    <a:pt x="12192000" y="0"/>
                  </a:lnTo>
                  <a:lnTo>
                    <a:pt x="12192000" y="757238"/>
                  </a:lnTo>
                  <a:lnTo>
                    <a:pt x="0" y="7572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7" name="Grafik 6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083955"/>
              <a:ext cx="12192000" cy="409956"/>
            </a:xfrm>
            <a:prstGeom prst="rect">
              <a:avLst/>
            </a:prstGeom>
          </p:spPr>
        </p:pic>
      </p:grpSp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45123-392A-4FB1-A2C5-9BF5915329CE}" type="datetime1">
              <a:rPr lang="de-DE" smtClean="0"/>
              <a:t>11.06.2026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Prüfungsvorbereitung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22" y="6342040"/>
            <a:ext cx="1028496" cy="299978"/>
          </a:xfrm>
          <a:prstGeom prst="rect">
            <a:avLst/>
          </a:prstGeom>
        </p:spPr>
      </p:pic>
      <p:sp>
        <p:nvSpPr>
          <p:cNvPr id="11" name="Bildplatzhalter 10"/>
          <p:cNvSpPr>
            <a:spLocks noGrp="1"/>
          </p:cNvSpPr>
          <p:nvPr>
            <p:ph type="pic" sz="quarter" idx="13" hasCustomPrompt="1"/>
          </p:nvPr>
        </p:nvSpPr>
        <p:spPr>
          <a:xfrm>
            <a:off x="334963" y="549275"/>
            <a:ext cx="5761037" cy="4317693"/>
          </a:xfr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lvl1pPr>
          </a:lstStyle>
          <a:p>
            <a:r>
              <a:rPr lang="de-DE"/>
              <a:t>Bild durch klick auf das Symbol hinzufügen</a:t>
            </a:r>
          </a:p>
        </p:txBody>
      </p:sp>
      <p:sp>
        <p:nvSpPr>
          <p:cNvPr id="10" name="Bildplatzhalter 10"/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549275"/>
            <a:ext cx="5761037" cy="4317693"/>
          </a:xfr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lvl1pPr>
          </a:lstStyle>
          <a:p>
            <a:r>
              <a:rPr lang="de-DE"/>
              <a:t>Bild durch klick auf das Symbol hinzufügen</a:t>
            </a:r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5"/>
          </p:nvPr>
        </p:nvSpPr>
        <p:spPr>
          <a:xfrm>
            <a:off x="334963" y="4867275"/>
            <a:ext cx="5761037" cy="733425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3" name="Textplatzhalter 11"/>
          <p:cNvSpPr>
            <a:spLocks noGrp="1"/>
          </p:cNvSpPr>
          <p:nvPr>
            <p:ph type="body" sz="quarter" idx="16"/>
          </p:nvPr>
        </p:nvSpPr>
        <p:spPr>
          <a:xfrm>
            <a:off x="6095999" y="4867275"/>
            <a:ext cx="5761037" cy="733425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4332936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_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pieren 7"/>
          <p:cNvGrpSpPr/>
          <p:nvPr userDrawn="1"/>
        </p:nvGrpSpPr>
        <p:grpSpPr>
          <a:xfrm>
            <a:off x="0" y="6083955"/>
            <a:ext cx="12192000" cy="792064"/>
            <a:chOff x="0" y="6083955"/>
            <a:chExt cx="12192000" cy="792064"/>
          </a:xfrm>
        </p:grpSpPr>
        <p:sp>
          <p:nvSpPr>
            <p:cNvPr id="9" name="Freihandform 8"/>
            <p:cNvSpPr/>
            <p:nvPr userDrawn="1"/>
          </p:nvSpPr>
          <p:spPr>
            <a:xfrm>
              <a:off x="0" y="6118781"/>
              <a:ext cx="12192000" cy="757238"/>
            </a:xfrm>
            <a:custGeom>
              <a:avLst/>
              <a:gdLst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7082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5177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7" fmla="*/ 0 w 12192000"/>
                <a:gd name="connsiteY7" fmla="*/ 0 h 757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757238">
                  <a:moveTo>
                    <a:pt x="0" y="0"/>
                  </a:moveTo>
                  <a:lnTo>
                    <a:pt x="3454269" y="0"/>
                  </a:lnTo>
                  <a:lnTo>
                    <a:pt x="3825090" y="351771"/>
                  </a:lnTo>
                  <a:lnTo>
                    <a:pt x="4195910" y="0"/>
                  </a:lnTo>
                  <a:lnTo>
                    <a:pt x="12192000" y="0"/>
                  </a:lnTo>
                  <a:lnTo>
                    <a:pt x="12192000" y="757238"/>
                  </a:lnTo>
                  <a:lnTo>
                    <a:pt x="0" y="7572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0" name="Grafik 9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083955"/>
              <a:ext cx="12192000" cy="409956"/>
            </a:xfrm>
            <a:prstGeom prst="rect">
              <a:avLst/>
            </a:prstGeom>
          </p:spPr>
        </p:pic>
      </p:grpSp>
      <p:pic>
        <p:nvPicPr>
          <p:cNvPr id="11" name="Grafik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22" y="6342040"/>
            <a:ext cx="1028496" cy="299978"/>
          </a:xfrm>
          <a:prstGeom prst="rect">
            <a:avLst/>
          </a:prstGeom>
        </p:spPr>
      </p:pic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AD7CF-F458-4A97-9D50-D4FBB7CA0BD9}" type="datetime1">
              <a:rPr lang="de-DE" smtClean="0"/>
              <a:t>11.06.2026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Prüfungsvorbereitung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736725" y="1249363"/>
            <a:ext cx="8686800" cy="2865437"/>
          </a:xfrm>
        </p:spPr>
        <p:txBody>
          <a:bodyPr>
            <a:noAutofit/>
          </a:bodyPr>
          <a:lstStyle>
            <a:lvl1pPr marL="0" indent="0">
              <a:buNone/>
              <a:defRPr sz="72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 dirty="0"/>
              <a:t>„Hier kann ein Zitat eingefügt werden.“</a:t>
            </a:r>
          </a:p>
        </p:txBody>
      </p:sp>
      <p:sp>
        <p:nvSpPr>
          <p:cNvPr id="15" name="Textplatzhalter 14"/>
          <p:cNvSpPr>
            <a:spLocks noGrp="1"/>
          </p:cNvSpPr>
          <p:nvPr>
            <p:ph type="body" sz="quarter" idx="14" hasCustomPrompt="1"/>
          </p:nvPr>
        </p:nvSpPr>
        <p:spPr>
          <a:xfrm>
            <a:off x="1768475" y="4876800"/>
            <a:ext cx="8686800" cy="701675"/>
          </a:xfrm>
        </p:spPr>
        <p:txBody>
          <a:bodyPr>
            <a:normAutofit/>
          </a:bodyPr>
          <a:lstStyle>
            <a:lvl1pPr marL="0" indent="0">
              <a:buNone/>
              <a:defRPr sz="2000" i="1" baseline="0"/>
            </a:lvl1pPr>
          </a:lstStyle>
          <a:p>
            <a:pPr lvl="0"/>
            <a:r>
              <a:rPr lang="de-DE" dirty="0"/>
              <a:t>– Hier wird die zitierte Person aufgeführt.</a:t>
            </a:r>
          </a:p>
        </p:txBody>
      </p:sp>
    </p:spTree>
    <p:extLst>
      <p:ext uri="{BB962C8B-B14F-4D97-AF65-F5344CB8AC3E}">
        <p14:creationId xmlns:p14="http://schemas.microsoft.com/office/powerpoint/2010/main" val="40793755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_Blau_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29" y="6065451"/>
            <a:ext cx="12193057" cy="792549"/>
          </a:xfrm>
          <a:prstGeom prst="rect">
            <a:avLst/>
          </a:prstGeom>
        </p:spPr>
      </p:pic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0A501-0D6C-479F-8A0E-F40E67470EED}" type="datetime1">
              <a:rPr lang="de-DE" smtClean="0"/>
              <a:t>11.06.2026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Prüfungsvorbereitung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736725" y="2738438"/>
            <a:ext cx="8686800" cy="2865437"/>
          </a:xfrm>
        </p:spPr>
        <p:txBody>
          <a:bodyPr>
            <a:noAutofit/>
          </a:bodyPr>
          <a:lstStyle>
            <a:lvl1pPr marL="0" indent="0">
              <a:buNone/>
              <a:defRPr sz="72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 dirty="0"/>
              <a:t>„Hier kann ein Zitat eingefügt werden.“</a:t>
            </a:r>
          </a:p>
        </p:txBody>
      </p:sp>
      <p:sp>
        <p:nvSpPr>
          <p:cNvPr id="15" name="Textplatzhalter 14"/>
          <p:cNvSpPr>
            <a:spLocks noGrp="1"/>
          </p:cNvSpPr>
          <p:nvPr>
            <p:ph type="body" sz="quarter" idx="14" hasCustomPrompt="1"/>
          </p:nvPr>
        </p:nvSpPr>
        <p:spPr>
          <a:xfrm>
            <a:off x="1768475" y="5607050"/>
            <a:ext cx="8686800" cy="701675"/>
          </a:xfrm>
        </p:spPr>
        <p:txBody>
          <a:bodyPr>
            <a:normAutofit/>
          </a:bodyPr>
          <a:lstStyle>
            <a:lvl1pPr marL="0" indent="0">
              <a:buNone/>
              <a:defRPr sz="2000" i="1" baseline="0"/>
            </a:lvl1pPr>
          </a:lstStyle>
          <a:p>
            <a:pPr lvl="0"/>
            <a:r>
              <a:rPr lang="de-DE" dirty="0"/>
              <a:t>– Hier wird die zitierte Person aufgeführt.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80888" cy="3509963"/>
          </a:xfr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lvl1pPr>
          </a:lstStyle>
          <a:p>
            <a:r>
              <a:rPr lang="de-DE"/>
              <a:t>Bild durch klick auf das Symbol hinzufügen und in den Hintergrund verschieben.</a:t>
            </a:r>
          </a:p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0289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ahl_mit_Erklä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pieren 7"/>
          <p:cNvGrpSpPr/>
          <p:nvPr userDrawn="1"/>
        </p:nvGrpSpPr>
        <p:grpSpPr>
          <a:xfrm>
            <a:off x="0" y="6083955"/>
            <a:ext cx="12192000" cy="792064"/>
            <a:chOff x="0" y="6083955"/>
            <a:chExt cx="12192000" cy="792064"/>
          </a:xfrm>
        </p:grpSpPr>
        <p:sp>
          <p:nvSpPr>
            <p:cNvPr id="9" name="Freihandform 8"/>
            <p:cNvSpPr/>
            <p:nvPr userDrawn="1"/>
          </p:nvSpPr>
          <p:spPr>
            <a:xfrm>
              <a:off x="0" y="6118781"/>
              <a:ext cx="12192000" cy="757238"/>
            </a:xfrm>
            <a:custGeom>
              <a:avLst/>
              <a:gdLst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7082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5177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7" fmla="*/ 0 w 12192000"/>
                <a:gd name="connsiteY7" fmla="*/ 0 h 757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757238">
                  <a:moveTo>
                    <a:pt x="0" y="0"/>
                  </a:moveTo>
                  <a:lnTo>
                    <a:pt x="3454269" y="0"/>
                  </a:lnTo>
                  <a:lnTo>
                    <a:pt x="3825090" y="351771"/>
                  </a:lnTo>
                  <a:lnTo>
                    <a:pt x="4195910" y="0"/>
                  </a:lnTo>
                  <a:lnTo>
                    <a:pt x="12192000" y="0"/>
                  </a:lnTo>
                  <a:lnTo>
                    <a:pt x="12192000" y="757238"/>
                  </a:lnTo>
                  <a:lnTo>
                    <a:pt x="0" y="7572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0" name="Grafik 9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083955"/>
              <a:ext cx="12192000" cy="409956"/>
            </a:xfrm>
            <a:prstGeom prst="rect">
              <a:avLst/>
            </a:prstGeom>
          </p:spPr>
        </p:pic>
      </p:grpSp>
      <p:pic>
        <p:nvPicPr>
          <p:cNvPr id="11" name="Grafik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22" y="6342040"/>
            <a:ext cx="1028496" cy="299978"/>
          </a:xfrm>
          <a:prstGeom prst="rect">
            <a:avLst/>
          </a:prstGeom>
        </p:spPr>
      </p:pic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C1216-0945-4EF6-B5D7-C1F32EB8E0D3}" type="datetime1">
              <a:rPr lang="de-DE" smtClean="0"/>
              <a:t>11.06.2026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Prüfungsvorbereitung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736725" y="2713703"/>
            <a:ext cx="8686800" cy="1401097"/>
          </a:xfrm>
        </p:spPr>
        <p:txBody>
          <a:bodyPr>
            <a:noAutofit/>
          </a:bodyPr>
          <a:lstStyle>
            <a:lvl1pPr marL="0" indent="0" algn="ctr">
              <a:buNone/>
              <a:defRPr sz="7200" b="1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 dirty="0"/>
              <a:t>83.200.000,24</a:t>
            </a:r>
          </a:p>
        </p:txBody>
      </p:sp>
      <p:sp>
        <p:nvSpPr>
          <p:cNvPr id="15" name="Textplatzhalter 14"/>
          <p:cNvSpPr>
            <a:spLocks noGrp="1"/>
          </p:cNvSpPr>
          <p:nvPr>
            <p:ph type="body" sz="quarter" idx="14" hasCustomPrompt="1"/>
          </p:nvPr>
        </p:nvSpPr>
        <p:spPr>
          <a:xfrm>
            <a:off x="1768475" y="4149626"/>
            <a:ext cx="8686800" cy="1428849"/>
          </a:xfrm>
        </p:spPr>
        <p:txBody>
          <a:bodyPr>
            <a:normAutofit/>
          </a:bodyPr>
          <a:lstStyle>
            <a:lvl1pPr marL="0" indent="0" algn="ctr">
              <a:buNone/>
              <a:defRPr sz="2000" i="1" baseline="0"/>
            </a:lvl1pPr>
          </a:lstStyle>
          <a:p>
            <a:pPr lvl="0"/>
            <a:r>
              <a:rPr lang="de-DE" dirty="0"/>
              <a:t>Hier kann sich eine Erklärung zu der Zahl befinden.</a:t>
            </a:r>
          </a:p>
        </p:txBody>
      </p:sp>
    </p:spTree>
    <p:extLst>
      <p:ext uri="{BB962C8B-B14F-4D97-AF65-F5344CB8AC3E}">
        <p14:creationId xmlns:p14="http://schemas.microsoft.com/office/powerpoint/2010/main" val="31603700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ahl_Erklärung_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29" y="6065451"/>
            <a:ext cx="12193057" cy="792549"/>
          </a:xfrm>
          <a:prstGeom prst="rect">
            <a:avLst/>
          </a:prstGeom>
        </p:spPr>
      </p:pic>
      <p:pic>
        <p:nvPicPr>
          <p:cNvPr id="11" name="Grafik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22" y="6342040"/>
            <a:ext cx="1028496" cy="299978"/>
          </a:xfrm>
          <a:prstGeom prst="rect">
            <a:avLst/>
          </a:prstGeom>
        </p:spPr>
      </p:pic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BF342-12D2-42C4-B632-6B1C7A2D1593}" type="datetime1">
              <a:rPr lang="de-DE" smtClean="0"/>
              <a:t>11.06.2026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Prüfungsvorbereitung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736725" y="3447128"/>
            <a:ext cx="8686800" cy="1401097"/>
          </a:xfrm>
        </p:spPr>
        <p:txBody>
          <a:bodyPr>
            <a:noAutofit/>
          </a:bodyPr>
          <a:lstStyle>
            <a:lvl1pPr marL="0" indent="0" algn="ctr">
              <a:buNone/>
              <a:defRPr sz="7200" b="1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 dirty="0"/>
              <a:t>83.200.000,24</a:t>
            </a:r>
          </a:p>
        </p:txBody>
      </p:sp>
      <p:sp>
        <p:nvSpPr>
          <p:cNvPr id="15" name="Textplatzhalter 14"/>
          <p:cNvSpPr>
            <a:spLocks noGrp="1"/>
          </p:cNvSpPr>
          <p:nvPr>
            <p:ph type="body" sz="quarter" idx="14" hasCustomPrompt="1"/>
          </p:nvPr>
        </p:nvSpPr>
        <p:spPr>
          <a:xfrm>
            <a:off x="1768475" y="4883051"/>
            <a:ext cx="8686800" cy="1428849"/>
          </a:xfrm>
        </p:spPr>
        <p:txBody>
          <a:bodyPr>
            <a:normAutofit/>
          </a:bodyPr>
          <a:lstStyle>
            <a:lvl1pPr marL="0" indent="0" algn="ctr">
              <a:buNone/>
              <a:defRPr sz="2000" i="1" baseline="0"/>
            </a:lvl1pPr>
          </a:lstStyle>
          <a:p>
            <a:pPr lvl="0"/>
            <a:r>
              <a:rPr lang="de-DE" dirty="0"/>
              <a:t>Hier kann sich eine Erklärung zu der Zahl befinden.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3932238"/>
          </a:xfr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lvl1pPr>
          </a:lstStyle>
          <a:p>
            <a:r>
              <a:rPr lang="de-DE"/>
              <a:t>Bild durch klick auf das Symbol hinzufügen und in den Hintergrund verschieben.</a:t>
            </a:r>
          </a:p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68434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rafik 2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29" y="6070354"/>
            <a:ext cx="12193057" cy="792549"/>
          </a:xfrm>
          <a:prstGeom prst="rect">
            <a:avLst/>
          </a:prstGeom>
        </p:spPr>
      </p:pic>
      <p:pic>
        <p:nvPicPr>
          <p:cNvPr id="11" name="Grafik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22" y="6342040"/>
            <a:ext cx="1028496" cy="299978"/>
          </a:xfrm>
          <a:prstGeom prst="rect">
            <a:avLst/>
          </a:prstGeom>
        </p:spPr>
      </p:pic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7582B-D889-4FB2-AAD0-FBE90E2FA74F}" type="datetime1">
              <a:rPr lang="de-DE" smtClean="0"/>
              <a:t>11.06.2026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Prüfungsvorbereitung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  <p:sp>
        <p:nvSpPr>
          <p:cNvPr id="10" name="T: Erläuterung"/>
          <p:cNvSpPr>
            <a:spLocks noGrp="1"/>
          </p:cNvSpPr>
          <p:nvPr>
            <p:ph type="body" sz="quarter" idx="13" hasCustomPrompt="1"/>
          </p:nvPr>
        </p:nvSpPr>
        <p:spPr>
          <a:xfrm>
            <a:off x="362422" y="1295857"/>
            <a:ext cx="11494616" cy="685344"/>
          </a:xfrm>
        </p:spPr>
        <p:txBody>
          <a:bodyPr>
            <a:noAutofit/>
          </a:bodyPr>
          <a:lstStyle>
            <a:lvl1pPr marL="0" indent="0">
              <a:buNone/>
              <a:defRPr sz="2400" i="1"/>
            </a:lvl1pPr>
          </a:lstStyle>
          <a:p>
            <a:r>
              <a:rPr lang="de-DE" dirty="0"/>
              <a:t>Hier ist Platz für einen erklärenden Text. Um ein anderes Diagramm anzulegen, klicken Sie mit </a:t>
            </a:r>
            <a:r>
              <a:rPr lang="de-DE" b="1" dirty="0"/>
              <a:t>Rechtsklick</a:t>
            </a:r>
            <a:r>
              <a:rPr lang="de-DE" dirty="0"/>
              <a:t> auf das Diagramm und wählen </a:t>
            </a:r>
            <a:r>
              <a:rPr lang="de-DE" b="1" dirty="0"/>
              <a:t>Diagrammtyp</a:t>
            </a:r>
            <a:r>
              <a:rPr lang="de-DE" dirty="0"/>
              <a:t> ändern.</a:t>
            </a:r>
          </a:p>
        </p:txBody>
      </p:sp>
      <p:sp>
        <p:nvSpPr>
          <p:cNvPr id="12" name="Titel 17"/>
          <p:cNvSpPr>
            <a:spLocks noGrp="1"/>
          </p:cNvSpPr>
          <p:nvPr>
            <p:ph type="title" hasCustomPrompt="1"/>
          </p:nvPr>
        </p:nvSpPr>
        <p:spPr>
          <a:xfrm>
            <a:off x="347893" y="549275"/>
            <a:ext cx="7173784" cy="700405"/>
          </a:xfrm>
        </p:spPr>
        <p:txBody>
          <a:bodyPr anchor="t" anchorCtr="0"/>
          <a:lstStyle>
            <a:lvl1pPr>
              <a:defRPr/>
            </a:lvl1pPr>
          </a:lstStyle>
          <a:p>
            <a:r>
              <a:rPr lang="de-DE" dirty="0"/>
              <a:t>Diagramm</a:t>
            </a:r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4" hasCustomPrompt="1"/>
          </p:nvPr>
        </p:nvSpPr>
        <p:spPr>
          <a:xfrm>
            <a:off x="8259762" y="2743199"/>
            <a:ext cx="3597275" cy="3527981"/>
          </a:xfrm>
        </p:spPr>
        <p:txBody>
          <a:bodyPr>
            <a:normAutofit/>
          </a:bodyPr>
          <a:lstStyle>
            <a:lvl1pPr>
              <a:defRPr sz="2200" baseline="0"/>
            </a:lvl1pPr>
          </a:lstStyle>
          <a:p>
            <a:pPr lvl="0"/>
            <a:r>
              <a:rPr lang="de-DE" dirty="0"/>
              <a:t>Hier können zusätzliche Informationen aufgelistet werden</a:t>
            </a:r>
          </a:p>
        </p:txBody>
      </p:sp>
    </p:spTree>
    <p:extLst>
      <p:ext uri="{BB962C8B-B14F-4D97-AF65-F5344CB8AC3E}">
        <p14:creationId xmlns:p14="http://schemas.microsoft.com/office/powerpoint/2010/main" val="26239415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n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pieren 7"/>
          <p:cNvGrpSpPr/>
          <p:nvPr userDrawn="1"/>
        </p:nvGrpSpPr>
        <p:grpSpPr>
          <a:xfrm>
            <a:off x="0" y="6083955"/>
            <a:ext cx="12192000" cy="792064"/>
            <a:chOff x="0" y="6083955"/>
            <a:chExt cx="12192000" cy="792064"/>
          </a:xfrm>
        </p:grpSpPr>
        <p:sp>
          <p:nvSpPr>
            <p:cNvPr id="9" name="Freihandform 8"/>
            <p:cNvSpPr/>
            <p:nvPr userDrawn="1"/>
          </p:nvSpPr>
          <p:spPr>
            <a:xfrm>
              <a:off x="0" y="6118781"/>
              <a:ext cx="12192000" cy="757238"/>
            </a:xfrm>
            <a:custGeom>
              <a:avLst/>
              <a:gdLst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7082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5177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7" fmla="*/ 0 w 12192000"/>
                <a:gd name="connsiteY7" fmla="*/ 0 h 757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757238">
                  <a:moveTo>
                    <a:pt x="0" y="0"/>
                  </a:moveTo>
                  <a:lnTo>
                    <a:pt x="3454269" y="0"/>
                  </a:lnTo>
                  <a:lnTo>
                    <a:pt x="3825090" y="351771"/>
                  </a:lnTo>
                  <a:lnTo>
                    <a:pt x="4195910" y="0"/>
                  </a:lnTo>
                  <a:lnTo>
                    <a:pt x="12192000" y="0"/>
                  </a:lnTo>
                  <a:lnTo>
                    <a:pt x="12192000" y="757238"/>
                  </a:lnTo>
                  <a:lnTo>
                    <a:pt x="0" y="7572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0" name="Grafik 9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083955"/>
              <a:ext cx="12192000" cy="409956"/>
            </a:xfrm>
            <a:prstGeom prst="rect">
              <a:avLst/>
            </a:prstGeom>
          </p:spPr>
        </p:pic>
      </p:grpSp>
      <p:pic>
        <p:nvPicPr>
          <p:cNvPr id="11" name="Grafik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22" y="6342040"/>
            <a:ext cx="1028496" cy="299978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34962" y="588144"/>
            <a:ext cx="11522075" cy="680217"/>
          </a:xfrm>
        </p:spPr>
        <p:txBody>
          <a:bodyPr anchor="t" anchorCtr="0"/>
          <a:lstStyle>
            <a:lvl1pPr>
              <a:defRPr/>
            </a:lvl1pPr>
          </a:lstStyle>
          <a:p>
            <a:r>
              <a:rPr lang="de-DE" dirty="0"/>
              <a:t>Tabelle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3EF90-FF9A-4CB8-87EA-EB571B718E79}" type="datetime1">
              <a:rPr lang="de-DE" smtClean="0"/>
              <a:t>11.06.2026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Prüfungsvorbereitung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T: Erläuterung"/>
          <p:cNvSpPr>
            <a:spLocks noGrp="1"/>
          </p:cNvSpPr>
          <p:nvPr>
            <p:ph type="body" sz="quarter" idx="14"/>
          </p:nvPr>
        </p:nvSpPr>
        <p:spPr>
          <a:xfrm>
            <a:off x="347663" y="1209036"/>
            <a:ext cx="11436350" cy="924563"/>
          </a:xfrm>
        </p:spPr>
        <p:txBody>
          <a:bodyPr>
            <a:noAutofit/>
          </a:bodyPr>
          <a:lstStyle>
            <a:lvl1pPr marL="0" indent="0">
              <a:buNone/>
              <a:defRPr sz="2200" i="1"/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23700353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nfolie_klassi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pieren 7"/>
          <p:cNvGrpSpPr/>
          <p:nvPr userDrawn="1"/>
        </p:nvGrpSpPr>
        <p:grpSpPr>
          <a:xfrm>
            <a:off x="0" y="6083955"/>
            <a:ext cx="12192000" cy="792064"/>
            <a:chOff x="0" y="6083955"/>
            <a:chExt cx="12192000" cy="792064"/>
          </a:xfrm>
        </p:grpSpPr>
        <p:sp>
          <p:nvSpPr>
            <p:cNvPr id="9" name="Freihandform 8"/>
            <p:cNvSpPr/>
            <p:nvPr userDrawn="1"/>
          </p:nvSpPr>
          <p:spPr>
            <a:xfrm>
              <a:off x="0" y="6118781"/>
              <a:ext cx="12192000" cy="757238"/>
            </a:xfrm>
            <a:custGeom>
              <a:avLst/>
              <a:gdLst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7082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5177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7" fmla="*/ 0 w 12192000"/>
                <a:gd name="connsiteY7" fmla="*/ 0 h 757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757238">
                  <a:moveTo>
                    <a:pt x="0" y="0"/>
                  </a:moveTo>
                  <a:lnTo>
                    <a:pt x="3454269" y="0"/>
                  </a:lnTo>
                  <a:lnTo>
                    <a:pt x="3825090" y="351771"/>
                  </a:lnTo>
                  <a:lnTo>
                    <a:pt x="4195910" y="0"/>
                  </a:lnTo>
                  <a:lnTo>
                    <a:pt x="12192000" y="0"/>
                  </a:lnTo>
                  <a:lnTo>
                    <a:pt x="12192000" y="757238"/>
                  </a:lnTo>
                  <a:lnTo>
                    <a:pt x="0" y="7572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0" name="Grafik 9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083955"/>
              <a:ext cx="12192000" cy="409956"/>
            </a:xfrm>
            <a:prstGeom prst="rect">
              <a:avLst/>
            </a:prstGeom>
          </p:spPr>
        </p:pic>
      </p:grpSp>
      <p:pic>
        <p:nvPicPr>
          <p:cNvPr id="11" name="Grafik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22" y="6342040"/>
            <a:ext cx="1028496" cy="299978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34962" y="588144"/>
            <a:ext cx="11522075" cy="680217"/>
          </a:xfrm>
        </p:spPr>
        <p:txBody>
          <a:bodyPr anchor="t" anchorCtr="0"/>
          <a:lstStyle>
            <a:lvl1pPr>
              <a:defRPr/>
            </a:lvl1pPr>
          </a:lstStyle>
          <a:p>
            <a:r>
              <a:rPr lang="de-DE" dirty="0"/>
              <a:t>Tabelle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00A41-041E-4BC6-95CA-DA7F1123473E}" type="datetime1">
              <a:rPr lang="de-DE" smtClean="0"/>
              <a:t>11.06.2026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Prüfungsvorbereitung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T: Erläuterung"/>
          <p:cNvSpPr>
            <a:spLocks noGrp="1"/>
          </p:cNvSpPr>
          <p:nvPr>
            <p:ph type="body" sz="quarter" idx="14"/>
          </p:nvPr>
        </p:nvSpPr>
        <p:spPr>
          <a:xfrm>
            <a:off x="347663" y="1209036"/>
            <a:ext cx="11436350" cy="924563"/>
          </a:xfrm>
        </p:spPr>
        <p:txBody>
          <a:bodyPr>
            <a:noAutofit/>
          </a:bodyPr>
          <a:lstStyle>
            <a:lvl1pPr marL="0" indent="0">
              <a:buNone/>
              <a:defRPr sz="2200" i="1"/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217791686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lauf Zeitstrah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29" y="6069612"/>
            <a:ext cx="12193057" cy="792549"/>
          </a:xfrm>
          <a:prstGeom prst="rect">
            <a:avLst/>
          </a:prstGeom>
        </p:spPr>
      </p:pic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D10CE-4861-46BE-A3E8-6BA1CEA6B058}" type="datetime1">
              <a:rPr lang="de-DE" smtClean="0"/>
              <a:t>11.06.2026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Prüfungsvorbereitung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7489763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ochenpl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29" y="6069612"/>
            <a:ext cx="12193057" cy="792549"/>
          </a:xfrm>
          <a:prstGeom prst="rect">
            <a:avLst/>
          </a:prstGeom>
        </p:spPr>
      </p:pic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8DD6C-81B2-448A-8B38-0975C6ADAF78}" type="datetime1">
              <a:rPr lang="de-DE" smtClean="0"/>
              <a:t>11.06.2026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Prüfungsvorbereitung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4730117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natspl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29" y="6069612"/>
            <a:ext cx="12193057" cy="792549"/>
          </a:xfrm>
          <a:prstGeom prst="rect">
            <a:avLst/>
          </a:prstGeom>
        </p:spPr>
      </p:pic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BF7C2-A297-4ADC-B06C-02EB39015131}" type="datetime1">
              <a:rPr lang="de-DE" smtClean="0"/>
              <a:t>11.06.2026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Prüfungsvorbereitung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5572527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29" y="6069612"/>
            <a:ext cx="12193057" cy="792549"/>
          </a:xfrm>
          <a:prstGeom prst="rect">
            <a:avLst/>
          </a:prstGeom>
        </p:spPr>
      </p:pic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5B7AC-2F46-49A2-93FE-C169C0B46FBB}" type="datetime1">
              <a:rPr lang="de-DE" smtClean="0"/>
              <a:t>11.06.2026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Prüfungsvorbereitung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231351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gabenbla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pieren 7"/>
          <p:cNvGrpSpPr/>
          <p:nvPr userDrawn="1"/>
        </p:nvGrpSpPr>
        <p:grpSpPr>
          <a:xfrm>
            <a:off x="-13606" y="549275"/>
            <a:ext cx="12205606" cy="6351728"/>
            <a:chOff x="-13606" y="532132"/>
            <a:chExt cx="12205606" cy="6351728"/>
          </a:xfrm>
        </p:grpSpPr>
        <p:sp>
          <p:nvSpPr>
            <p:cNvPr id="9" name="Freihandform 8"/>
            <p:cNvSpPr/>
            <p:nvPr userDrawn="1"/>
          </p:nvSpPr>
          <p:spPr>
            <a:xfrm>
              <a:off x="-13606" y="580257"/>
              <a:ext cx="12205606" cy="6303603"/>
            </a:xfrm>
            <a:custGeom>
              <a:avLst/>
              <a:gdLst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7082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5177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7" fmla="*/ 0 w 12192000"/>
                <a:gd name="connsiteY7" fmla="*/ 0 h 757238"/>
                <a:gd name="connsiteX0" fmla="*/ 9427 w 12201427"/>
                <a:gd name="connsiteY0" fmla="*/ 0 h 6347333"/>
                <a:gd name="connsiteX1" fmla="*/ 3463696 w 12201427"/>
                <a:gd name="connsiteY1" fmla="*/ 0 h 6347333"/>
                <a:gd name="connsiteX2" fmla="*/ 3834517 w 12201427"/>
                <a:gd name="connsiteY2" fmla="*/ 351771 h 6347333"/>
                <a:gd name="connsiteX3" fmla="*/ 4205337 w 12201427"/>
                <a:gd name="connsiteY3" fmla="*/ 0 h 6347333"/>
                <a:gd name="connsiteX4" fmla="*/ 12201427 w 12201427"/>
                <a:gd name="connsiteY4" fmla="*/ 0 h 6347333"/>
                <a:gd name="connsiteX5" fmla="*/ 12201427 w 12201427"/>
                <a:gd name="connsiteY5" fmla="*/ 757238 h 6347333"/>
                <a:gd name="connsiteX6" fmla="*/ 0 w 12201427"/>
                <a:gd name="connsiteY6" fmla="*/ 6347333 h 6347333"/>
                <a:gd name="connsiteX7" fmla="*/ 9427 w 12201427"/>
                <a:gd name="connsiteY7" fmla="*/ 0 h 6347333"/>
                <a:gd name="connsiteX0" fmla="*/ 9427 w 12201427"/>
                <a:gd name="connsiteY0" fmla="*/ 0 h 6347333"/>
                <a:gd name="connsiteX1" fmla="*/ 3463696 w 12201427"/>
                <a:gd name="connsiteY1" fmla="*/ 0 h 6347333"/>
                <a:gd name="connsiteX2" fmla="*/ 3834517 w 12201427"/>
                <a:gd name="connsiteY2" fmla="*/ 351771 h 6347333"/>
                <a:gd name="connsiteX3" fmla="*/ 4205337 w 12201427"/>
                <a:gd name="connsiteY3" fmla="*/ 0 h 6347333"/>
                <a:gd name="connsiteX4" fmla="*/ 12201427 w 12201427"/>
                <a:gd name="connsiteY4" fmla="*/ 0 h 6347333"/>
                <a:gd name="connsiteX5" fmla="*/ 12201427 w 12201427"/>
                <a:gd name="connsiteY5" fmla="*/ 6319052 h 6347333"/>
                <a:gd name="connsiteX6" fmla="*/ 0 w 12201427"/>
                <a:gd name="connsiteY6" fmla="*/ 6347333 h 6347333"/>
                <a:gd name="connsiteX7" fmla="*/ 9427 w 12201427"/>
                <a:gd name="connsiteY7" fmla="*/ 0 h 6347333"/>
                <a:gd name="connsiteX0" fmla="*/ 908 w 12192908"/>
                <a:gd name="connsiteY0" fmla="*/ 0 h 6319052"/>
                <a:gd name="connsiteX1" fmla="*/ 3455177 w 12192908"/>
                <a:gd name="connsiteY1" fmla="*/ 0 h 6319052"/>
                <a:gd name="connsiteX2" fmla="*/ 3825998 w 12192908"/>
                <a:gd name="connsiteY2" fmla="*/ 351771 h 6319052"/>
                <a:gd name="connsiteX3" fmla="*/ 4196818 w 12192908"/>
                <a:gd name="connsiteY3" fmla="*/ 0 h 6319052"/>
                <a:gd name="connsiteX4" fmla="*/ 12192908 w 12192908"/>
                <a:gd name="connsiteY4" fmla="*/ 0 h 6319052"/>
                <a:gd name="connsiteX5" fmla="*/ 12192908 w 12192908"/>
                <a:gd name="connsiteY5" fmla="*/ 6319052 h 6319052"/>
                <a:gd name="connsiteX6" fmla="*/ 908 w 12192908"/>
                <a:gd name="connsiteY6" fmla="*/ 5640322 h 6319052"/>
                <a:gd name="connsiteX7" fmla="*/ 908 w 12192908"/>
                <a:gd name="connsiteY7" fmla="*/ 0 h 6319052"/>
                <a:gd name="connsiteX0" fmla="*/ 9427 w 12201427"/>
                <a:gd name="connsiteY0" fmla="*/ 0 h 6319052"/>
                <a:gd name="connsiteX1" fmla="*/ 3463696 w 12201427"/>
                <a:gd name="connsiteY1" fmla="*/ 0 h 6319052"/>
                <a:gd name="connsiteX2" fmla="*/ 3834517 w 12201427"/>
                <a:gd name="connsiteY2" fmla="*/ 351771 h 6319052"/>
                <a:gd name="connsiteX3" fmla="*/ 4205337 w 12201427"/>
                <a:gd name="connsiteY3" fmla="*/ 0 h 6319052"/>
                <a:gd name="connsiteX4" fmla="*/ 12201427 w 12201427"/>
                <a:gd name="connsiteY4" fmla="*/ 0 h 6319052"/>
                <a:gd name="connsiteX5" fmla="*/ 12201427 w 12201427"/>
                <a:gd name="connsiteY5" fmla="*/ 6319052 h 6319052"/>
                <a:gd name="connsiteX6" fmla="*/ 0 w 12201427"/>
                <a:gd name="connsiteY6" fmla="*/ 5414079 h 6319052"/>
                <a:gd name="connsiteX7" fmla="*/ 9427 w 12201427"/>
                <a:gd name="connsiteY7" fmla="*/ 0 h 6319052"/>
                <a:gd name="connsiteX0" fmla="*/ 9427 w 12201427"/>
                <a:gd name="connsiteY0" fmla="*/ 0 h 5630896"/>
                <a:gd name="connsiteX1" fmla="*/ 3463696 w 12201427"/>
                <a:gd name="connsiteY1" fmla="*/ 0 h 5630896"/>
                <a:gd name="connsiteX2" fmla="*/ 3834517 w 12201427"/>
                <a:gd name="connsiteY2" fmla="*/ 351771 h 5630896"/>
                <a:gd name="connsiteX3" fmla="*/ 4205337 w 12201427"/>
                <a:gd name="connsiteY3" fmla="*/ 0 h 5630896"/>
                <a:gd name="connsiteX4" fmla="*/ 12201427 w 12201427"/>
                <a:gd name="connsiteY4" fmla="*/ 0 h 5630896"/>
                <a:gd name="connsiteX5" fmla="*/ 12144866 w 12201427"/>
                <a:gd name="connsiteY5" fmla="*/ 5630896 h 5630896"/>
                <a:gd name="connsiteX6" fmla="*/ 0 w 12201427"/>
                <a:gd name="connsiteY6" fmla="*/ 5414079 h 5630896"/>
                <a:gd name="connsiteX7" fmla="*/ 9427 w 12201427"/>
                <a:gd name="connsiteY7" fmla="*/ 0 h 5630896"/>
                <a:gd name="connsiteX0" fmla="*/ 9427 w 12201427"/>
                <a:gd name="connsiteY0" fmla="*/ 0 h 5659176"/>
                <a:gd name="connsiteX1" fmla="*/ 3463696 w 12201427"/>
                <a:gd name="connsiteY1" fmla="*/ 0 h 5659176"/>
                <a:gd name="connsiteX2" fmla="*/ 3834517 w 12201427"/>
                <a:gd name="connsiteY2" fmla="*/ 351771 h 5659176"/>
                <a:gd name="connsiteX3" fmla="*/ 4205337 w 12201427"/>
                <a:gd name="connsiteY3" fmla="*/ 0 h 5659176"/>
                <a:gd name="connsiteX4" fmla="*/ 12201427 w 12201427"/>
                <a:gd name="connsiteY4" fmla="*/ 0 h 5659176"/>
                <a:gd name="connsiteX5" fmla="*/ 12192000 w 12201427"/>
                <a:gd name="connsiteY5" fmla="*/ 5659176 h 5659176"/>
                <a:gd name="connsiteX6" fmla="*/ 0 w 12201427"/>
                <a:gd name="connsiteY6" fmla="*/ 5414079 h 5659176"/>
                <a:gd name="connsiteX7" fmla="*/ 9427 w 12201427"/>
                <a:gd name="connsiteY7" fmla="*/ 0 h 5659176"/>
                <a:gd name="connsiteX0" fmla="*/ 908 w 12192908"/>
                <a:gd name="connsiteY0" fmla="*/ 0 h 5659176"/>
                <a:gd name="connsiteX1" fmla="*/ 3455177 w 12192908"/>
                <a:gd name="connsiteY1" fmla="*/ 0 h 5659176"/>
                <a:gd name="connsiteX2" fmla="*/ 3825998 w 12192908"/>
                <a:gd name="connsiteY2" fmla="*/ 351771 h 5659176"/>
                <a:gd name="connsiteX3" fmla="*/ 4196818 w 12192908"/>
                <a:gd name="connsiteY3" fmla="*/ 0 h 5659176"/>
                <a:gd name="connsiteX4" fmla="*/ 12192908 w 12192908"/>
                <a:gd name="connsiteY4" fmla="*/ 0 h 5659176"/>
                <a:gd name="connsiteX5" fmla="*/ 12183481 w 12192908"/>
                <a:gd name="connsiteY5" fmla="*/ 5659176 h 5659176"/>
                <a:gd name="connsiteX6" fmla="*/ 908 w 12192908"/>
                <a:gd name="connsiteY6" fmla="*/ 5630895 h 5659176"/>
                <a:gd name="connsiteX7" fmla="*/ 908 w 12192908"/>
                <a:gd name="connsiteY7" fmla="*/ 0 h 5659176"/>
                <a:gd name="connsiteX0" fmla="*/ 908 w 12193814"/>
                <a:gd name="connsiteY0" fmla="*/ 0 h 5668603"/>
                <a:gd name="connsiteX1" fmla="*/ 3455177 w 12193814"/>
                <a:gd name="connsiteY1" fmla="*/ 0 h 5668603"/>
                <a:gd name="connsiteX2" fmla="*/ 3825998 w 12193814"/>
                <a:gd name="connsiteY2" fmla="*/ 351771 h 5668603"/>
                <a:gd name="connsiteX3" fmla="*/ 4196818 w 12193814"/>
                <a:gd name="connsiteY3" fmla="*/ 0 h 5668603"/>
                <a:gd name="connsiteX4" fmla="*/ 12192908 w 12193814"/>
                <a:gd name="connsiteY4" fmla="*/ 0 h 5668603"/>
                <a:gd name="connsiteX5" fmla="*/ 12192907 w 12193814"/>
                <a:gd name="connsiteY5" fmla="*/ 5668603 h 5668603"/>
                <a:gd name="connsiteX6" fmla="*/ 908 w 12193814"/>
                <a:gd name="connsiteY6" fmla="*/ 5630895 h 5668603"/>
                <a:gd name="connsiteX7" fmla="*/ 908 w 12193814"/>
                <a:gd name="connsiteY7" fmla="*/ 0 h 5668603"/>
                <a:gd name="connsiteX0" fmla="*/ 12700 w 12205606"/>
                <a:gd name="connsiteY0" fmla="*/ 0 h 6278779"/>
                <a:gd name="connsiteX1" fmla="*/ 3466969 w 12205606"/>
                <a:gd name="connsiteY1" fmla="*/ 0 h 6278779"/>
                <a:gd name="connsiteX2" fmla="*/ 3837790 w 12205606"/>
                <a:gd name="connsiteY2" fmla="*/ 351771 h 6278779"/>
                <a:gd name="connsiteX3" fmla="*/ 4208610 w 12205606"/>
                <a:gd name="connsiteY3" fmla="*/ 0 h 6278779"/>
                <a:gd name="connsiteX4" fmla="*/ 12204700 w 12205606"/>
                <a:gd name="connsiteY4" fmla="*/ 0 h 6278779"/>
                <a:gd name="connsiteX5" fmla="*/ 12204699 w 12205606"/>
                <a:gd name="connsiteY5" fmla="*/ 5668603 h 6278779"/>
                <a:gd name="connsiteX6" fmla="*/ 0 w 12205606"/>
                <a:gd name="connsiteY6" fmla="*/ 6278595 h 6278779"/>
                <a:gd name="connsiteX7" fmla="*/ 12700 w 12205606"/>
                <a:gd name="connsiteY7" fmla="*/ 0 h 6278779"/>
                <a:gd name="connsiteX0" fmla="*/ 12700 w 12205606"/>
                <a:gd name="connsiteY0" fmla="*/ 0 h 6303603"/>
                <a:gd name="connsiteX1" fmla="*/ 3466969 w 12205606"/>
                <a:gd name="connsiteY1" fmla="*/ 0 h 6303603"/>
                <a:gd name="connsiteX2" fmla="*/ 3837790 w 12205606"/>
                <a:gd name="connsiteY2" fmla="*/ 351771 h 6303603"/>
                <a:gd name="connsiteX3" fmla="*/ 4208610 w 12205606"/>
                <a:gd name="connsiteY3" fmla="*/ 0 h 6303603"/>
                <a:gd name="connsiteX4" fmla="*/ 12204700 w 12205606"/>
                <a:gd name="connsiteY4" fmla="*/ 0 h 6303603"/>
                <a:gd name="connsiteX5" fmla="*/ 12204699 w 12205606"/>
                <a:gd name="connsiteY5" fmla="*/ 6303603 h 6303603"/>
                <a:gd name="connsiteX6" fmla="*/ 0 w 12205606"/>
                <a:gd name="connsiteY6" fmla="*/ 6278595 h 6303603"/>
                <a:gd name="connsiteX7" fmla="*/ 12700 w 12205606"/>
                <a:gd name="connsiteY7" fmla="*/ 0 h 630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205606" h="6303603">
                  <a:moveTo>
                    <a:pt x="12700" y="0"/>
                  </a:moveTo>
                  <a:lnTo>
                    <a:pt x="3466969" y="0"/>
                  </a:lnTo>
                  <a:lnTo>
                    <a:pt x="3837790" y="351771"/>
                  </a:lnTo>
                  <a:lnTo>
                    <a:pt x="4208610" y="0"/>
                  </a:lnTo>
                  <a:lnTo>
                    <a:pt x="12204700" y="0"/>
                  </a:lnTo>
                  <a:cubicBezTo>
                    <a:pt x="12201558" y="1886392"/>
                    <a:pt x="12207841" y="4417211"/>
                    <a:pt x="12204699" y="6303603"/>
                  </a:cubicBezTo>
                  <a:lnTo>
                    <a:pt x="0" y="6278595"/>
                  </a:lnTo>
                  <a:cubicBezTo>
                    <a:pt x="3142" y="4162817"/>
                    <a:pt x="9558" y="2115778"/>
                    <a:pt x="127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0" name="Grafik 9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32132"/>
              <a:ext cx="12192000" cy="409956"/>
            </a:xfrm>
            <a:prstGeom prst="rect">
              <a:avLst/>
            </a:prstGeom>
          </p:spPr>
        </p:pic>
      </p:grpSp>
      <p:pic>
        <p:nvPicPr>
          <p:cNvPr id="11" name="Grafik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22" y="6342040"/>
            <a:ext cx="1028496" cy="299978"/>
          </a:xfrm>
          <a:prstGeom prst="rect">
            <a:avLst/>
          </a:prstGeom>
        </p:spPr>
      </p:pic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BA808-057A-46F7-94DD-952F7B6C41C9}" type="datetime1">
              <a:rPr lang="de-DE" smtClean="0"/>
              <a:t>11.06.2026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Prüfungsvorbereitung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  <p:sp>
        <p:nvSpPr>
          <p:cNvPr id="39" name="Textplatzhalter 37"/>
          <p:cNvSpPr>
            <a:spLocks noGrp="1"/>
          </p:cNvSpPr>
          <p:nvPr>
            <p:ph type="body" sz="quarter" idx="13" hasCustomPrompt="1"/>
          </p:nvPr>
        </p:nvSpPr>
        <p:spPr>
          <a:xfrm>
            <a:off x="8258175" y="1280479"/>
            <a:ext cx="3598863" cy="746098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400" i="1"/>
            </a:lvl1pPr>
          </a:lstStyle>
          <a:p>
            <a:pPr lvl="0"/>
            <a:r>
              <a:rPr lang="de-DE" dirty="0"/>
              <a:t>Lernziele</a:t>
            </a:r>
          </a:p>
        </p:txBody>
      </p:sp>
      <p:sp>
        <p:nvSpPr>
          <p:cNvPr id="40" name="Textplatzhalter 37"/>
          <p:cNvSpPr>
            <a:spLocks noGrp="1"/>
          </p:cNvSpPr>
          <p:nvPr>
            <p:ph type="body" sz="quarter" idx="14" hasCustomPrompt="1"/>
          </p:nvPr>
        </p:nvSpPr>
        <p:spPr>
          <a:xfrm>
            <a:off x="8258175" y="2011971"/>
            <a:ext cx="3598863" cy="4296754"/>
          </a:xfrm>
        </p:spPr>
        <p:txBody>
          <a:bodyPr anchor="t" anchorCtr="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2000" i="1"/>
            </a:lvl1pPr>
          </a:lstStyle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sz="2000" b="0" i="1" dirty="0"/>
              <a:t>Hier kann</a:t>
            </a:r>
            <a:r>
              <a:rPr lang="de-DE" sz="2000" b="0" i="1" baseline="0" dirty="0"/>
              <a:t> das erste kompetenzorientierte Lernziel eingefügt werden.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sz="2000" b="0" i="1" dirty="0"/>
              <a:t>Hier kann</a:t>
            </a:r>
            <a:r>
              <a:rPr lang="de-DE" sz="2000" b="0" i="1" baseline="0" dirty="0"/>
              <a:t> das zweite kompetenzorientierte Lernziel eingefügt werden.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sz="2000" b="0" i="1" dirty="0"/>
              <a:t>Hier kann</a:t>
            </a:r>
            <a:r>
              <a:rPr lang="de-DE" sz="2000" b="0" i="1" baseline="0" dirty="0"/>
              <a:t> das dritte kompetenzorientierte Lernziel eingefügt werden.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sz="2000" b="0" i="1" dirty="0"/>
              <a:t>Hier kann</a:t>
            </a:r>
            <a:r>
              <a:rPr lang="de-DE" sz="2000" b="0" i="1" baseline="0" dirty="0"/>
              <a:t> das vierte kompetenzorientierte Lernziel eingefügt werden.</a:t>
            </a:r>
          </a:p>
          <a:p>
            <a:pPr lvl="0"/>
            <a:endParaRPr lang="de-DE" dirty="0"/>
          </a:p>
        </p:txBody>
      </p:sp>
      <p:sp>
        <p:nvSpPr>
          <p:cNvPr id="43" name="Textplatzhalter 41"/>
          <p:cNvSpPr>
            <a:spLocks noGrp="1"/>
          </p:cNvSpPr>
          <p:nvPr>
            <p:ph type="body" sz="quarter" idx="15" hasCustomPrompt="1"/>
          </p:nvPr>
        </p:nvSpPr>
        <p:spPr>
          <a:xfrm>
            <a:off x="334963" y="2732088"/>
            <a:ext cx="7934325" cy="3576637"/>
          </a:xfrm>
        </p:spPr>
        <p:txBody>
          <a:bodyPr>
            <a:normAutofit/>
          </a:bodyPr>
          <a:lstStyle>
            <a:lvl1pPr marL="0" indent="0">
              <a:buNone/>
              <a:defRPr sz="2400" baseline="0"/>
            </a:lvl1pPr>
          </a:lstStyle>
          <a:p>
            <a:pPr lvl="0"/>
            <a:r>
              <a:rPr lang="de-DE" dirty="0"/>
              <a:t>Aufgabenstellung</a:t>
            </a:r>
          </a:p>
          <a:p>
            <a:pPr lvl="0"/>
            <a:r>
              <a:rPr lang="de-DE" dirty="0"/>
              <a:t>Hier kann die Aufgabenstellung eingefügt werden.</a:t>
            </a:r>
          </a:p>
        </p:txBody>
      </p:sp>
      <p:sp>
        <p:nvSpPr>
          <p:cNvPr id="46" name="Textplatzhalter 44"/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1270000"/>
            <a:ext cx="5757862" cy="741363"/>
          </a:xfrm>
        </p:spPr>
        <p:txBody>
          <a:bodyPr>
            <a:noAutofit/>
          </a:bodyPr>
          <a:lstStyle>
            <a:lvl1pPr marL="0" indent="0">
              <a:buNone/>
              <a:defRPr sz="4800" b="1" baseline="0"/>
            </a:lvl1pPr>
          </a:lstStyle>
          <a:p>
            <a:pPr lvl="0"/>
            <a:r>
              <a:rPr lang="de-DE" dirty="0"/>
              <a:t>Titel der Aufgabe</a:t>
            </a:r>
          </a:p>
        </p:txBody>
      </p:sp>
      <p:sp>
        <p:nvSpPr>
          <p:cNvPr id="48" name="Textplatzhalter 47"/>
          <p:cNvSpPr>
            <a:spLocks noGrp="1"/>
          </p:cNvSpPr>
          <p:nvPr>
            <p:ph type="body" sz="quarter" idx="17" hasCustomPrompt="1"/>
          </p:nvPr>
        </p:nvSpPr>
        <p:spPr>
          <a:xfrm>
            <a:off x="8256588" y="566230"/>
            <a:ext cx="3600450" cy="711074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400" i="1"/>
            </a:lvl1pPr>
          </a:lstStyle>
          <a:p>
            <a:pPr lvl="0"/>
            <a:r>
              <a:rPr lang="de-DE" dirty="0"/>
              <a:t>Zeitumfang: 45min</a:t>
            </a:r>
          </a:p>
        </p:txBody>
      </p:sp>
    </p:spTree>
    <p:extLst>
      <p:ext uri="{BB962C8B-B14F-4D97-AF65-F5344CB8AC3E}">
        <p14:creationId xmlns:p14="http://schemas.microsoft.com/office/powerpoint/2010/main" val="50650785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gabenblatt_Fortsetz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pieren 7"/>
          <p:cNvGrpSpPr/>
          <p:nvPr userDrawn="1"/>
        </p:nvGrpSpPr>
        <p:grpSpPr>
          <a:xfrm>
            <a:off x="-13606" y="549275"/>
            <a:ext cx="12205606" cy="6351728"/>
            <a:chOff x="-13606" y="532132"/>
            <a:chExt cx="12205606" cy="6351728"/>
          </a:xfrm>
        </p:grpSpPr>
        <p:sp>
          <p:nvSpPr>
            <p:cNvPr id="9" name="Freihandform 8"/>
            <p:cNvSpPr/>
            <p:nvPr userDrawn="1"/>
          </p:nvSpPr>
          <p:spPr>
            <a:xfrm>
              <a:off x="-13606" y="580257"/>
              <a:ext cx="12205606" cy="6303603"/>
            </a:xfrm>
            <a:custGeom>
              <a:avLst/>
              <a:gdLst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7082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5177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7" fmla="*/ 0 w 12192000"/>
                <a:gd name="connsiteY7" fmla="*/ 0 h 757238"/>
                <a:gd name="connsiteX0" fmla="*/ 9427 w 12201427"/>
                <a:gd name="connsiteY0" fmla="*/ 0 h 6347333"/>
                <a:gd name="connsiteX1" fmla="*/ 3463696 w 12201427"/>
                <a:gd name="connsiteY1" fmla="*/ 0 h 6347333"/>
                <a:gd name="connsiteX2" fmla="*/ 3834517 w 12201427"/>
                <a:gd name="connsiteY2" fmla="*/ 351771 h 6347333"/>
                <a:gd name="connsiteX3" fmla="*/ 4205337 w 12201427"/>
                <a:gd name="connsiteY3" fmla="*/ 0 h 6347333"/>
                <a:gd name="connsiteX4" fmla="*/ 12201427 w 12201427"/>
                <a:gd name="connsiteY4" fmla="*/ 0 h 6347333"/>
                <a:gd name="connsiteX5" fmla="*/ 12201427 w 12201427"/>
                <a:gd name="connsiteY5" fmla="*/ 757238 h 6347333"/>
                <a:gd name="connsiteX6" fmla="*/ 0 w 12201427"/>
                <a:gd name="connsiteY6" fmla="*/ 6347333 h 6347333"/>
                <a:gd name="connsiteX7" fmla="*/ 9427 w 12201427"/>
                <a:gd name="connsiteY7" fmla="*/ 0 h 6347333"/>
                <a:gd name="connsiteX0" fmla="*/ 9427 w 12201427"/>
                <a:gd name="connsiteY0" fmla="*/ 0 h 6347333"/>
                <a:gd name="connsiteX1" fmla="*/ 3463696 w 12201427"/>
                <a:gd name="connsiteY1" fmla="*/ 0 h 6347333"/>
                <a:gd name="connsiteX2" fmla="*/ 3834517 w 12201427"/>
                <a:gd name="connsiteY2" fmla="*/ 351771 h 6347333"/>
                <a:gd name="connsiteX3" fmla="*/ 4205337 w 12201427"/>
                <a:gd name="connsiteY3" fmla="*/ 0 h 6347333"/>
                <a:gd name="connsiteX4" fmla="*/ 12201427 w 12201427"/>
                <a:gd name="connsiteY4" fmla="*/ 0 h 6347333"/>
                <a:gd name="connsiteX5" fmla="*/ 12201427 w 12201427"/>
                <a:gd name="connsiteY5" fmla="*/ 6319052 h 6347333"/>
                <a:gd name="connsiteX6" fmla="*/ 0 w 12201427"/>
                <a:gd name="connsiteY6" fmla="*/ 6347333 h 6347333"/>
                <a:gd name="connsiteX7" fmla="*/ 9427 w 12201427"/>
                <a:gd name="connsiteY7" fmla="*/ 0 h 6347333"/>
                <a:gd name="connsiteX0" fmla="*/ 908 w 12192908"/>
                <a:gd name="connsiteY0" fmla="*/ 0 h 6319052"/>
                <a:gd name="connsiteX1" fmla="*/ 3455177 w 12192908"/>
                <a:gd name="connsiteY1" fmla="*/ 0 h 6319052"/>
                <a:gd name="connsiteX2" fmla="*/ 3825998 w 12192908"/>
                <a:gd name="connsiteY2" fmla="*/ 351771 h 6319052"/>
                <a:gd name="connsiteX3" fmla="*/ 4196818 w 12192908"/>
                <a:gd name="connsiteY3" fmla="*/ 0 h 6319052"/>
                <a:gd name="connsiteX4" fmla="*/ 12192908 w 12192908"/>
                <a:gd name="connsiteY4" fmla="*/ 0 h 6319052"/>
                <a:gd name="connsiteX5" fmla="*/ 12192908 w 12192908"/>
                <a:gd name="connsiteY5" fmla="*/ 6319052 h 6319052"/>
                <a:gd name="connsiteX6" fmla="*/ 908 w 12192908"/>
                <a:gd name="connsiteY6" fmla="*/ 5640322 h 6319052"/>
                <a:gd name="connsiteX7" fmla="*/ 908 w 12192908"/>
                <a:gd name="connsiteY7" fmla="*/ 0 h 6319052"/>
                <a:gd name="connsiteX0" fmla="*/ 9427 w 12201427"/>
                <a:gd name="connsiteY0" fmla="*/ 0 h 6319052"/>
                <a:gd name="connsiteX1" fmla="*/ 3463696 w 12201427"/>
                <a:gd name="connsiteY1" fmla="*/ 0 h 6319052"/>
                <a:gd name="connsiteX2" fmla="*/ 3834517 w 12201427"/>
                <a:gd name="connsiteY2" fmla="*/ 351771 h 6319052"/>
                <a:gd name="connsiteX3" fmla="*/ 4205337 w 12201427"/>
                <a:gd name="connsiteY3" fmla="*/ 0 h 6319052"/>
                <a:gd name="connsiteX4" fmla="*/ 12201427 w 12201427"/>
                <a:gd name="connsiteY4" fmla="*/ 0 h 6319052"/>
                <a:gd name="connsiteX5" fmla="*/ 12201427 w 12201427"/>
                <a:gd name="connsiteY5" fmla="*/ 6319052 h 6319052"/>
                <a:gd name="connsiteX6" fmla="*/ 0 w 12201427"/>
                <a:gd name="connsiteY6" fmla="*/ 5414079 h 6319052"/>
                <a:gd name="connsiteX7" fmla="*/ 9427 w 12201427"/>
                <a:gd name="connsiteY7" fmla="*/ 0 h 6319052"/>
                <a:gd name="connsiteX0" fmla="*/ 9427 w 12201427"/>
                <a:gd name="connsiteY0" fmla="*/ 0 h 5630896"/>
                <a:gd name="connsiteX1" fmla="*/ 3463696 w 12201427"/>
                <a:gd name="connsiteY1" fmla="*/ 0 h 5630896"/>
                <a:gd name="connsiteX2" fmla="*/ 3834517 w 12201427"/>
                <a:gd name="connsiteY2" fmla="*/ 351771 h 5630896"/>
                <a:gd name="connsiteX3" fmla="*/ 4205337 w 12201427"/>
                <a:gd name="connsiteY3" fmla="*/ 0 h 5630896"/>
                <a:gd name="connsiteX4" fmla="*/ 12201427 w 12201427"/>
                <a:gd name="connsiteY4" fmla="*/ 0 h 5630896"/>
                <a:gd name="connsiteX5" fmla="*/ 12144866 w 12201427"/>
                <a:gd name="connsiteY5" fmla="*/ 5630896 h 5630896"/>
                <a:gd name="connsiteX6" fmla="*/ 0 w 12201427"/>
                <a:gd name="connsiteY6" fmla="*/ 5414079 h 5630896"/>
                <a:gd name="connsiteX7" fmla="*/ 9427 w 12201427"/>
                <a:gd name="connsiteY7" fmla="*/ 0 h 5630896"/>
                <a:gd name="connsiteX0" fmla="*/ 9427 w 12201427"/>
                <a:gd name="connsiteY0" fmla="*/ 0 h 5659176"/>
                <a:gd name="connsiteX1" fmla="*/ 3463696 w 12201427"/>
                <a:gd name="connsiteY1" fmla="*/ 0 h 5659176"/>
                <a:gd name="connsiteX2" fmla="*/ 3834517 w 12201427"/>
                <a:gd name="connsiteY2" fmla="*/ 351771 h 5659176"/>
                <a:gd name="connsiteX3" fmla="*/ 4205337 w 12201427"/>
                <a:gd name="connsiteY3" fmla="*/ 0 h 5659176"/>
                <a:gd name="connsiteX4" fmla="*/ 12201427 w 12201427"/>
                <a:gd name="connsiteY4" fmla="*/ 0 h 5659176"/>
                <a:gd name="connsiteX5" fmla="*/ 12192000 w 12201427"/>
                <a:gd name="connsiteY5" fmla="*/ 5659176 h 5659176"/>
                <a:gd name="connsiteX6" fmla="*/ 0 w 12201427"/>
                <a:gd name="connsiteY6" fmla="*/ 5414079 h 5659176"/>
                <a:gd name="connsiteX7" fmla="*/ 9427 w 12201427"/>
                <a:gd name="connsiteY7" fmla="*/ 0 h 5659176"/>
                <a:gd name="connsiteX0" fmla="*/ 908 w 12192908"/>
                <a:gd name="connsiteY0" fmla="*/ 0 h 5659176"/>
                <a:gd name="connsiteX1" fmla="*/ 3455177 w 12192908"/>
                <a:gd name="connsiteY1" fmla="*/ 0 h 5659176"/>
                <a:gd name="connsiteX2" fmla="*/ 3825998 w 12192908"/>
                <a:gd name="connsiteY2" fmla="*/ 351771 h 5659176"/>
                <a:gd name="connsiteX3" fmla="*/ 4196818 w 12192908"/>
                <a:gd name="connsiteY3" fmla="*/ 0 h 5659176"/>
                <a:gd name="connsiteX4" fmla="*/ 12192908 w 12192908"/>
                <a:gd name="connsiteY4" fmla="*/ 0 h 5659176"/>
                <a:gd name="connsiteX5" fmla="*/ 12183481 w 12192908"/>
                <a:gd name="connsiteY5" fmla="*/ 5659176 h 5659176"/>
                <a:gd name="connsiteX6" fmla="*/ 908 w 12192908"/>
                <a:gd name="connsiteY6" fmla="*/ 5630895 h 5659176"/>
                <a:gd name="connsiteX7" fmla="*/ 908 w 12192908"/>
                <a:gd name="connsiteY7" fmla="*/ 0 h 5659176"/>
                <a:gd name="connsiteX0" fmla="*/ 908 w 12193814"/>
                <a:gd name="connsiteY0" fmla="*/ 0 h 5668603"/>
                <a:gd name="connsiteX1" fmla="*/ 3455177 w 12193814"/>
                <a:gd name="connsiteY1" fmla="*/ 0 h 5668603"/>
                <a:gd name="connsiteX2" fmla="*/ 3825998 w 12193814"/>
                <a:gd name="connsiteY2" fmla="*/ 351771 h 5668603"/>
                <a:gd name="connsiteX3" fmla="*/ 4196818 w 12193814"/>
                <a:gd name="connsiteY3" fmla="*/ 0 h 5668603"/>
                <a:gd name="connsiteX4" fmla="*/ 12192908 w 12193814"/>
                <a:gd name="connsiteY4" fmla="*/ 0 h 5668603"/>
                <a:gd name="connsiteX5" fmla="*/ 12192907 w 12193814"/>
                <a:gd name="connsiteY5" fmla="*/ 5668603 h 5668603"/>
                <a:gd name="connsiteX6" fmla="*/ 908 w 12193814"/>
                <a:gd name="connsiteY6" fmla="*/ 5630895 h 5668603"/>
                <a:gd name="connsiteX7" fmla="*/ 908 w 12193814"/>
                <a:gd name="connsiteY7" fmla="*/ 0 h 5668603"/>
                <a:gd name="connsiteX0" fmla="*/ 12700 w 12205606"/>
                <a:gd name="connsiteY0" fmla="*/ 0 h 6278779"/>
                <a:gd name="connsiteX1" fmla="*/ 3466969 w 12205606"/>
                <a:gd name="connsiteY1" fmla="*/ 0 h 6278779"/>
                <a:gd name="connsiteX2" fmla="*/ 3837790 w 12205606"/>
                <a:gd name="connsiteY2" fmla="*/ 351771 h 6278779"/>
                <a:gd name="connsiteX3" fmla="*/ 4208610 w 12205606"/>
                <a:gd name="connsiteY3" fmla="*/ 0 h 6278779"/>
                <a:gd name="connsiteX4" fmla="*/ 12204700 w 12205606"/>
                <a:gd name="connsiteY4" fmla="*/ 0 h 6278779"/>
                <a:gd name="connsiteX5" fmla="*/ 12204699 w 12205606"/>
                <a:gd name="connsiteY5" fmla="*/ 5668603 h 6278779"/>
                <a:gd name="connsiteX6" fmla="*/ 0 w 12205606"/>
                <a:gd name="connsiteY6" fmla="*/ 6278595 h 6278779"/>
                <a:gd name="connsiteX7" fmla="*/ 12700 w 12205606"/>
                <a:gd name="connsiteY7" fmla="*/ 0 h 6278779"/>
                <a:gd name="connsiteX0" fmla="*/ 12700 w 12205606"/>
                <a:gd name="connsiteY0" fmla="*/ 0 h 6303603"/>
                <a:gd name="connsiteX1" fmla="*/ 3466969 w 12205606"/>
                <a:gd name="connsiteY1" fmla="*/ 0 h 6303603"/>
                <a:gd name="connsiteX2" fmla="*/ 3837790 w 12205606"/>
                <a:gd name="connsiteY2" fmla="*/ 351771 h 6303603"/>
                <a:gd name="connsiteX3" fmla="*/ 4208610 w 12205606"/>
                <a:gd name="connsiteY3" fmla="*/ 0 h 6303603"/>
                <a:gd name="connsiteX4" fmla="*/ 12204700 w 12205606"/>
                <a:gd name="connsiteY4" fmla="*/ 0 h 6303603"/>
                <a:gd name="connsiteX5" fmla="*/ 12204699 w 12205606"/>
                <a:gd name="connsiteY5" fmla="*/ 6303603 h 6303603"/>
                <a:gd name="connsiteX6" fmla="*/ 0 w 12205606"/>
                <a:gd name="connsiteY6" fmla="*/ 6278595 h 6303603"/>
                <a:gd name="connsiteX7" fmla="*/ 12700 w 12205606"/>
                <a:gd name="connsiteY7" fmla="*/ 0 h 630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205606" h="6303603">
                  <a:moveTo>
                    <a:pt x="12700" y="0"/>
                  </a:moveTo>
                  <a:lnTo>
                    <a:pt x="3466969" y="0"/>
                  </a:lnTo>
                  <a:lnTo>
                    <a:pt x="3837790" y="351771"/>
                  </a:lnTo>
                  <a:lnTo>
                    <a:pt x="4208610" y="0"/>
                  </a:lnTo>
                  <a:lnTo>
                    <a:pt x="12204700" y="0"/>
                  </a:lnTo>
                  <a:cubicBezTo>
                    <a:pt x="12201558" y="1886392"/>
                    <a:pt x="12207841" y="4417211"/>
                    <a:pt x="12204699" y="6303603"/>
                  </a:cubicBezTo>
                  <a:lnTo>
                    <a:pt x="0" y="6278595"/>
                  </a:lnTo>
                  <a:cubicBezTo>
                    <a:pt x="3142" y="4162817"/>
                    <a:pt x="9558" y="2115778"/>
                    <a:pt x="127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0" name="Grafik 9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32132"/>
              <a:ext cx="12192000" cy="409956"/>
            </a:xfrm>
            <a:prstGeom prst="rect">
              <a:avLst/>
            </a:prstGeom>
          </p:spPr>
        </p:pic>
      </p:grpSp>
      <p:pic>
        <p:nvPicPr>
          <p:cNvPr id="11" name="Grafik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22" y="6342040"/>
            <a:ext cx="1028496" cy="299978"/>
          </a:xfrm>
          <a:prstGeom prst="rect">
            <a:avLst/>
          </a:prstGeom>
        </p:spPr>
      </p:pic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38249-8A82-4A08-89EC-5758C3AC1C56}" type="datetime1">
              <a:rPr lang="de-DE" smtClean="0"/>
              <a:t>11.06.2026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Prüfungsvorbereitung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  <p:sp>
        <p:nvSpPr>
          <p:cNvPr id="39" name="Textplatzhalter 37"/>
          <p:cNvSpPr>
            <a:spLocks noGrp="1"/>
          </p:cNvSpPr>
          <p:nvPr>
            <p:ph type="body" sz="quarter" idx="13" hasCustomPrompt="1"/>
          </p:nvPr>
        </p:nvSpPr>
        <p:spPr>
          <a:xfrm>
            <a:off x="8258175" y="1280479"/>
            <a:ext cx="3598863" cy="746098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400" i="1"/>
            </a:lvl1pPr>
          </a:lstStyle>
          <a:p>
            <a:pPr lvl="0"/>
            <a:r>
              <a:rPr lang="de-DE" dirty="0"/>
              <a:t>Lernziele</a:t>
            </a:r>
          </a:p>
        </p:txBody>
      </p:sp>
      <p:sp>
        <p:nvSpPr>
          <p:cNvPr id="40" name="Textplatzhalter 37"/>
          <p:cNvSpPr>
            <a:spLocks noGrp="1"/>
          </p:cNvSpPr>
          <p:nvPr>
            <p:ph type="body" sz="quarter" idx="14" hasCustomPrompt="1"/>
          </p:nvPr>
        </p:nvSpPr>
        <p:spPr>
          <a:xfrm>
            <a:off x="8258175" y="2011971"/>
            <a:ext cx="3598863" cy="4296754"/>
          </a:xfrm>
        </p:spPr>
        <p:txBody>
          <a:bodyPr anchor="t" anchorCtr="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2000" i="1"/>
            </a:lvl1pPr>
          </a:lstStyle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sz="2000" b="0" i="1" dirty="0"/>
              <a:t>Hier kann</a:t>
            </a:r>
            <a:r>
              <a:rPr lang="de-DE" sz="2000" b="0" i="1" baseline="0" dirty="0"/>
              <a:t> das erste kompetenzorientierte Lernziel eingefügt werden.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sz="2000" b="0" i="1" dirty="0"/>
              <a:t>Hier kann</a:t>
            </a:r>
            <a:r>
              <a:rPr lang="de-DE" sz="2000" b="0" i="1" baseline="0" dirty="0"/>
              <a:t> das zweite kompetenzorientierte Lernziel eingefügt werden.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sz="2000" b="0" i="1" dirty="0"/>
              <a:t>Hier kann</a:t>
            </a:r>
            <a:r>
              <a:rPr lang="de-DE" sz="2000" b="0" i="1" baseline="0" dirty="0"/>
              <a:t> das dritte kompetenzorientierte Lernziel eingefügt werden.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sz="2000" b="0" i="1" dirty="0"/>
              <a:t>Hier kann</a:t>
            </a:r>
            <a:r>
              <a:rPr lang="de-DE" sz="2000" b="0" i="1" baseline="0" dirty="0"/>
              <a:t> das vierte kompetenzorientierte Lernziel eingefügt werden.</a:t>
            </a:r>
          </a:p>
          <a:p>
            <a:pPr lvl="0"/>
            <a:endParaRPr lang="de-DE" dirty="0"/>
          </a:p>
        </p:txBody>
      </p:sp>
      <p:sp>
        <p:nvSpPr>
          <p:cNvPr id="43" name="Textplatzhalter 41"/>
          <p:cNvSpPr>
            <a:spLocks noGrp="1"/>
          </p:cNvSpPr>
          <p:nvPr>
            <p:ph type="body" sz="quarter" idx="15" hasCustomPrompt="1"/>
          </p:nvPr>
        </p:nvSpPr>
        <p:spPr>
          <a:xfrm>
            <a:off x="334963" y="1277304"/>
            <a:ext cx="7197407" cy="5031421"/>
          </a:xfrm>
        </p:spPr>
        <p:txBody>
          <a:bodyPr>
            <a:normAutofit/>
          </a:bodyPr>
          <a:lstStyle>
            <a:lvl1pPr marL="0" indent="0">
              <a:buNone/>
              <a:defRPr sz="2400" baseline="0"/>
            </a:lvl1pPr>
          </a:lstStyle>
          <a:p>
            <a:pPr lvl="0"/>
            <a:r>
              <a:rPr lang="de-DE" dirty="0"/>
              <a:t>Aufgabenstellung</a:t>
            </a:r>
          </a:p>
          <a:p>
            <a:pPr lvl="0"/>
            <a:r>
              <a:rPr lang="de-DE" dirty="0"/>
              <a:t>Hier kann die Aufgabenstellung eingefügt werden.</a:t>
            </a:r>
          </a:p>
        </p:txBody>
      </p:sp>
      <p:sp>
        <p:nvSpPr>
          <p:cNvPr id="48" name="Textplatzhalter 47"/>
          <p:cNvSpPr>
            <a:spLocks noGrp="1"/>
          </p:cNvSpPr>
          <p:nvPr>
            <p:ph type="body" sz="quarter" idx="17" hasCustomPrompt="1"/>
          </p:nvPr>
        </p:nvSpPr>
        <p:spPr>
          <a:xfrm>
            <a:off x="8256588" y="566230"/>
            <a:ext cx="3600450" cy="711074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400" i="1"/>
            </a:lvl1pPr>
          </a:lstStyle>
          <a:p>
            <a:pPr lvl="0"/>
            <a:r>
              <a:rPr lang="de-DE" dirty="0"/>
              <a:t>Zeitumfang: 45min</a:t>
            </a:r>
          </a:p>
        </p:txBody>
      </p:sp>
    </p:spTree>
    <p:extLst>
      <p:ext uri="{BB962C8B-B14F-4D97-AF65-F5344CB8AC3E}">
        <p14:creationId xmlns:p14="http://schemas.microsoft.com/office/powerpoint/2010/main" val="18478856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sourc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29" y="6069612"/>
            <a:ext cx="12193057" cy="792549"/>
          </a:xfrm>
          <a:prstGeom prst="rect">
            <a:avLst/>
          </a:prstGeom>
        </p:spPr>
      </p:pic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81123-63D4-46FE-912D-D8C617F418A3}" type="datetime1">
              <a:rPr lang="de-DE" smtClean="0"/>
              <a:t>11.06.2026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Prüfungsvorbereitung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  <p:sp>
        <p:nvSpPr>
          <p:cNvPr id="12" name="T:1 Beschreibung"/>
          <p:cNvSpPr>
            <a:spLocks noGrp="1"/>
          </p:cNvSpPr>
          <p:nvPr>
            <p:ph type="body" sz="quarter" idx="14"/>
          </p:nvPr>
        </p:nvSpPr>
        <p:spPr>
          <a:xfrm>
            <a:off x="1115702" y="2718606"/>
            <a:ext cx="4248150" cy="707072"/>
          </a:xfrm>
          <a:noFill/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3" name="T:1"/>
          <p:cNvSpPr>
            <a:spLocks noGrp="1"/>
          </p:cNvSpPr>
          <p:nvPr>
            <p:ph type="body" sz="quarter" idx="15"/>
          </p:nvPr>
        </p:nvSpPr>
        <p:spPr>
          <a:xfrm>
            <a:off x="1115701" y="2011014"/>
            <a:ext cx="4248150" cy="707592"/>
          </a:xfrm>
          <a:noFill/>
        </p:spPr>
        <p:txBody>
          <a:bodyPr>
            <a:normAutofit fontScale="92500" lnSpcReduction="10000"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14" name="T:1 Beschreibung"/>
          <p:cNvSpPr>
            <a:spLocks noGrp="1"/>
          </p:cNvSpPr>
          <p:nvPr>
            <p:ph type="body" sz="quarter" idx="16"/>
          </p:nvPr>
        </p:nvSpPr>
        <p:spPr>
          <a:xfrm>
            <a:off x="1115702" y="4878962"/>
            <a:ext cx="4248150" cy="707072"/>
          </a:xfrm>
          <a:noFill/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5" name="T:1"/>
          <p:cNvSpPr>
            <a:spLocks noGrp="1"/>
          </p:cNvSpPr>
          <p:nvPr>
            <p:ph type="body" sz="quarter" idx="17" hasCustomPrompt="1"/>
          </p:nvPr>
        </p:nvSpPr>
        <p:spPr>
          <a:xfrm>
            <a:off x="1115701" y="4171370"/>
            <a:ext cx="4248150" cy="707592"/>
          </a:xfrm>
          <a:noFill/>
        </p:spPr>
        <p:txBody>
          <a:bodyPr>
            <a:normAutofit fontScale="92500" lnSpcReduction="10000"/>
          </a:bodyPr>
          <a:lstStyle>
            <a:lvl1pPr marL="0" indent="0">
              <a:buNone/>
              <a:defRPr b="1"/>
            </a:lvl1pPr>
          </a:lstStyle>
          <a:p>
            <a:r>
              <a:rPr lang="de-DE" dirty="0"/>
              <a:t>Ressource 3</a:t>
            </a:r>
          </a:p>
          <a:p>
            <a:endParaRPr lang="de-DE" dirty="0"/>
          </a:p>
        </p:txBody>
      </p:sp>
      <p:sp>
        <p:nvSpPr>
          <p:cNvPr id="16" name="T:1 Beschreibung"/>
          <p:cNvSpPr>
            <a:spLocks noGrp="1"/>
          </p:cNvSpPr>
          <p:nvPr>
            <p:ph type="body" sz="quarter" idx="18"/>
          </p:nvPr>
        </p:nvSpPr>
        <p:spPr>
          <a:xfrm>
            <a:off x="6144591" y="4878962"/>
            <a:ext cx="4248150" cy="707072"/>
          </a:xfrm>
          <a:noFill/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7" name="T:1"/>
          <p:cNvSpPr>
            <a:spLocks noGrp="1"/>
          </p:cNvSpPr>
          <p:nvPr>
            <p:ph type="body" sz="quarter" idx="19" hasCustomPrompt="1"/>
          </p:nvPr>
        </p:nvSpPr>
        <p:spPr>
          <a:xfrm>
            <a:off x="6144590" y="4171370"/>
            <a:ext cx="4248150" cy="707592"/>
          </a:xfrm>
          <a:noFill/>
        </p:spPr>
        <p:txBody>
          <a:bodyPr>
            <a:normAutofit fontScale="92500" lnSpcReduction="10000"/>
          </a:bodyPr>
          <a:lstStyle>
            <a:lvl1pPr marL="0" indent="0">
              <a:buNone/>
              <a:defRPr b="1"/>
            </a:lvl1pPr>
          </a:lstStyle>
          <a:p>
            <a:r>
              <a:rPr lang="de-DE" dirty="0"/>
              <a:t>Ressource 4</a:t>
            </a:r>
          </a:p>
          <a:p>
            <a:endParaRPr lang="de-DE" dirty="0"/>
          </a:p>
        </p:txBody>
      </p:sp>
      <p:sp>
        <p:nvSpPr>
          <p:cNvPr id="18" name="T:1 Beschreibung"/>
          <p:cNvSpPr>
            <a:spLocks noGrp="1"/>
          </p:cNvSpPr>
          <p:nvPr>
            <p:ph type="body" sz="quarter" idx="20"/>
          </p:nvPr>
        </p:nvSpPr>
        <p:spPr>
          <a:xfrm>
            <a:off x="6144591" y="2718808"/>
            <a:ext cx="4248150" cy="707072"/>
          </a:xfrm>
          <a:noFill/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9" name="T:1"/>
          <p:cNvSpPr>
            <a:spLocks noGrp="1"/>
          </p:cNvSpPr>
          <p:nvPr>
            <p:ph type="body" sz="quarter" idx="21" hasCustomPrompt="1"/>
          </p:nvPr>
        </p:nvSpPr>
        <p:spPr>
          <a:xfrm>
            <a:off x="6144590" y="2011216"/>
            <a:ext cx="4248150" cy="707592"/>
          </a:xfrm>
          <a:noFill/>
        </p:spPr>
        <p:txBody>
          <a:bodyPr>
            <a:normAutofit fontScale="92500" lnSpcReduction="10000"/>
          </a:bodyPr>
          <a:lstStyle>
            <a:lvl1pPr marL="0" indent="0">
              <a:buNone/>
              <a:defRPr b="1"/>
            </a:lvl1pPr>
          </a:lstStyle>
          <a:p>
            <a:r>
              <a:rPr lang="de-DE" dirty="0"/>
              <a:t>Ressource 2</a:t>
            </a:r>
          </a:p>
          <a:p>
            <a:endParaRPr lang="de-DE" dirty="0"/>
          </a:p>
        </p:txBody>
      </p:sp>
      <p:sp>
        <p:nvSpPr>
          <p:cNvPr id="20" name="Titel 19"/>
          <p:cNvSpPr>
            <a:spLocks noGrp="1"/>
          </p:cNvSpPr>
          <p:nvPr>
            <p:ph type="title" hasCustomPrompt="1"/>
          </p:nvPr>
        </p:nvSpPr>
        <p:spPr>
          <a:xfrm>
            <a:off x="334963" y="549275"/>
            <a:ext cx="11018837" cy="716047"/>
          </a:xfrm>
        </p:spPr>
        <p:txBody>
          <a:bodyPr anchor="t" anchorCtr="0"/>
          <a:lstStyle>
            <a:lvl1pPr>
              <a:defRPr/>
            </a:lvl1pPr>
          </a:lstStyle>
          <a:p>
            <a:r>
              <a:rPr lang="de-DE" dirty="0"/>
              <a:t>Ressourcen</a:t>
            </a:r>
          </a:p>
        </p:txBody>
      </p:sp>
    </p:spTree>
    <p:extLst>
      <p:ext uri="{BB962C8B-B14F-4D97-AF65-F5344CB8AC3E}">
        <p14:creationId xmlns:p14="http://schemas.microsoft.com/office/powerpoint/2010/main" val="17550657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ll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29" y="6069612"/>
            <a:ext cx="12193057" cy="792549"/>
          </a:xfrm>
          <a:prstGeom prst="rect">
            <a:avLst/>
          </a:prstGeom>
        </p:spPr>
      </p:pic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F69D7-04F2-4F3C-8DE8-225C9C341ED1}" type="datetime1">
              <a:rPr lang="de-DE" smtClean="0"/>
              <a:t>11.06.2026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Prüfungsvorbereitung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  <p:sp>
        <p:nvSpPr>
          <p:cNvPr id="20" name="Titel 19"/>
          <p:cNvSpPr>
            <a:spLocks noGrp="1"/>
          </p:cNvSpPr>
          <p:nvPr>
            <p:ph type="title" hasCustomPrompt="1"/>
          </p:nvPr>
        </p:nvSpPr>
        <p:spPr>
          <a:xfrm>
            <a:off x="334963" y="549275"/>
            <a:ext cx="11018837" cy="716047"/>
          </a:xfrm>
        </p:spPr>
        <p:txBody>
          <a:bodyPr anchor="t" anchorCtr="0"/>
          <a:lstStyle>
            <a:lvl1pPr>
              <a:defRPr/>
            </a:lvl1pPr>
          </a:lstStyle>
          <a:p>
            <a:r>
              <a:rPr lang="de-DE" dirty="0"/>
              <a:t>Quellen</a:t>
            </a:r>
          </a:p>
        </p:txBody>
      </p:sp>
      <p:sp>
        <p:nvSpPr>
          <p:cNvPr id="21" name="T: Quellentext"/>
          <p:cNvSpPr>
            <a:spLocks noGrp="1"/>
          </p:cNvSpPr>
          <p:nvPr>
            <p:ph type="body" sz="quarter" idx="13" hasCustomPrompt="1"/>
          </p:nvPr>
        </p:nvSpPr>
        <p:spPr>
          <a:xfrm>
            <a:off x="345452" y="1992398"/>
            <a:ext cx="5018400" cy="4316326"/>
          </a:xfrm>
        </p:spPr>
        <p:txBody>
          <a:bodyPr>
            <a:normAutofit/>
          </a:bodyPr>
          <a:lstStyle>
            <a:lvl1pPr marL="71438" indent="-71438">
              <a:buNone/>
              <a:defRPr sz="1600"/>
            </a:lvl1pPr>
          </a:lstStyle>
          <a:p>
            <a:pPr marL="72000" indent="-468000">
              <a:spcAft>
                <a:spcPts val="600"/>
              </a:spcAft>
            </a:pPr>
            <a:r>
              <a:rPr lang="de-DE" baseline="30000" dirty="0"/>
              <a:t>1</a:t>
            </a:r>
            <a:r>
              <a:rPr lang="de-DE" dirty="0"/>
              <a:t> Name, Vorname (Erscheinungsjahr): Titel. Untertitel, Erscheinungsort.</a:t>
            </a:r>
          </a:p>
          <a:p>
            <a:pPr marL="72000" indent="-468000">
              <a:spcAft>
                <a:spcPts val="600"/>
              </a:spcAft>
            </a:pPr>
            <a:r>
              <a:rPr lang="de-DE" baseline="30000" dirty="0"/>
              <a:t>2</a:t>
            </a:r>
            <a:r>
              <a:rPr lang="de-DE" dirty="0"/>
              <a:t> Name, Vorname (Erscheinungsjahr): Titel. Untertitel, Erscheinungsort.</a:t>
            </a:r>
            <a:endParaRPr lang="de-DE" u="sng" dirty="0">
              <a:solidFill>
                <a:schemeClr val="tx2"/>
              </a:solidFill>
            </a:endParaRPr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1268498"/>
            <a:ext cx="5029200" cy="7239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Buchquelle</a:t>
            </a:r>
          </a:p>
        </p:txBody>
      </p:sp>
      <p:sp>
        <p:nvSpPr>
          <p:cNvPr id="10" name="T: Quellentext"/>
          <p:cNvSpPr>
            <a:spLocks noGrp="1"/>
          </p:cNvSpPr>
          <p:nvPr>
            <p:ph type="body" sz="quarter" idx="15" hasCustomPrompt="1"/>
          </p:nvPr>
        </p:nvSpPr>
        <p:spPr>
          <a:xfrm>
            <a:off x="6115424" y="1992398"/>
            <a:ext cx="5018400" cy="4077214"/>
          </a:xfrm>
        </p:spPr>
        <p:txBody>
          <a:bodyPr>
            <a:normAutofit/>
          </a:bodyPr>
          <a:lstStyle>
            <a:lvl1pPr marL="177800" marR="0" indent="-1778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lang="de-DE" baseline="30000" dirty="0"/>
              <a:t>1 </a:t>
            </a:r>
            <a:r>
              <a:rPr lang="de-DE" dirty="0"/>
              <a:t>„Titel des Materials“ von Urheber A und Urheber B : </a:t>
            </a:r>
            <a:r>
              <a:rPr lang="de-DE" dirty="0">
                <a:hlinkClick r:id="rId3"/>
              </a:rPr>
              <a:t>https://pixabay.com/DE/users</a:t>
            </a:r>
            <a:r>
              <a:rPr lang="de-DE" dirty="0"/>
              <a:t> (link) ist lizensiert unter (CC-Lizenz) CC BY 4.0 International, in schwarz-weiß Bild umgewandelt (Angabe Veränderungen)</a:t>
            </a:r>
          </a:p>
          <a:p>
            <a:r>
              <a:rPr lang="de-DE" baseline="30000" dirty="0"/>
              <a:t>2 </a:t>
            </a:r>
            <a:r>
              <a:rPr lang="de-DE" dirty="0"/>
              <a:t>„Titel des Materials“ von Urheber A und Urheber B : </a:t>
            </a:r>
            <a:r>
              <a:rPr lang="de-DE" dirty="0">
                <a:hlinkClick r:id="rId3"/>
              </a:rPr>
              <a:t>https://pixabay.com/DE/users</a:t>
            </a:r>
            <a:r>
              <a:rPr lang="de-DE" dirty="0"/>
              <a:t> (link) ist lizensiert unter (CC-Lizenz) CC BY 4.0 International, in schwarz-weiß Bild umgewandelt (Angabe Veränderungen)</a:t>
            </a:r>
          </a:p>
          <a:p>
            <a:endParaRPr lang="de-DE" dirty="0"/>
          </a:p>
        </p:txBody>
      </p:sp>
      <p:sp>
        <p:nvSpPr>
          <p:cNvPr id="11" name="Textplatzhalter 3"/>
          <p:cNvSpPr>
            <a:spLocks noGrp="1"/>
          </p:cNvSpPr>
          <p:nvPr>
            <p:ph type="body" sz="quarter" idx="16" hasCustomPrompt="1"/>
          </p:nvPr>
        </p:nvSpPr>
        <p:spPr>
          <a:xfrm>
            <a:off x="6104935" y="1268498"/>
            <a:ext cx="5029200" cy="7239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Abbildungen</a:t>
            </a:r>
          </a:p>
        </p:txBody>
      </p:sp>
    </p:spTree>
    <p:extLst>
      <p:ext uri="{BB962C8B-B14F-4D97-AF65-F5344CB8AC3E}">
        <p14:creationId xmlns:p14="http://schemas.microsoft.com/office/powerpoint/2010/main" val="188231918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ieren 5"/>
          <p:cNvGrpSpPr/>
          <p:nvPr userDrawn="1"/>
        </p:nvGrpSpPr>
        <p:grpSpPr>
          <a:xfrm>
            <a:off x="-13606" y="532132"/>
            <a:ext cx="12205606" cy="6351728"/>
            <a:chOff x="-13606" y="532132"/>
            <a:chExt cx="12205606" cy="6351728"/>
          </a:xfrm>
        </p:grpSpPr>
        <p:sp>
          <p:nvSpPr>
            <p:cNvPr id="7" name="Freihandform 6"/>
            <p:cNvSpPr/>
            <p:nvPr userDrawn="1"/>
          </p:nvSpPr>
          <p:spPr>
            <a:xfrm>
              <a:off x="-13606" y="580257"/>
              <a:ext cx="12205606" cy="6303603"/>
            </a:xfrm>
            <a:custGeom>
              <a:avLst/>
              <a:gdLst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7082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5177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7" fmla="*/ 0 w 12192000"/>
                <a:gd name="connsiteY7" fmla="*/ 0 h 757238"/>
                <a:gd name="connsiteX0" fmla="*/ 9427 w 12201427"/>
                <a:gd name="connsiteY0" fmla="*/ 0 h 6347333"/>
                <a:gd name="connsiteX1" fmla="*/ 3463696 w 12201427"/>
                <a:gd name="connsiteY1" fmla="*/ 0 h 6347333"/>
                <a:gd name="connsiteX2" fmla="*/ 3834517 w 12201427"/>
                <a:gd name="connsiteY2" fmla="*/ 351771 h 6347333"/>
                <a:gd name="connsiteX3" fmla="*/ 4205337 w 12201427"/>
                <a:gd name="connsiteY3" fmla="*/ 0 h 6347333"/>
                <a:gd name="connsiteX4" fmla="*/ 12201427 w 12201427"/>
                <a:gd name="connsiteY4" fmla="*/ 0 h 6347333"/>
                <a:gd name="connsiteX5" fmla="*/ 12201427 w 12201427"/>
                <a:gd name="connsiteY5" fmla="*/ 757238 h 6347333"/>
                <a:gd name="connsiteX6" fmla="*/ 0 w 12201427"/>
                <a:gd name="connsiteY6" fmla="*/ 6347333 h 6347333"/>
                <a:gd name="connsiteX7" fmla="*/ 9427 w 12201427"/>
                <a:gd name="connsiteY7" fmla="*/ 0 h 6347333"/>
                <a:gd name="connsiteX0" fmla="*/ 9427 w 12201427"/>
                <a:gd name="connsiteY0" fmla="*/ 0 h 6347333"/>
                <a:gd name="connsiteX1" fmla="*/ 3463696 w 12201427"/>
                <a:gd name="connsiteY1" fmla="*/ 0 h 6347333"/>
                <a:gd name="connsiteX2" fmla="*/ 3834517 w 12201427"/>
                <a:gd name="connsiteY2" fmla="*/ 351771 h 6347333"/>
                <a:gd name="connsiteX3" fmla="*/ 4205337 w 12201427"/>
                <a:gd name="connsiteY3" fmla="*/ 0 h 6347333"/>
                <a:gd name="connsiteX4" fmla="*/ 12201427 w 12201427"/>
                <a:gd name="connsiteY4" fmla="*/ 0 h 6347333"/>
                <a:gd name="connsiteX5" fmla="*/ 12201427 w 12201427"/>
                <a:gd name="connsiteY5" fmla="*/ 6319052 h 6347333"/>
                <a:gd name="connsiteX6" fmla="*/ 0 w 12201427"/>
                <a:gd name="connsiteY6" fmla="*/ 6347333 h 6347333"/>
                <a:gd name="connsiteX7" fmla="*/ 9427 w 12201427"/>
                <a:gd name="connsiteY7" fmla="*/ 0 h 6347333"/>
                <a:gd name="connsiteX0" fmla="*/ 908 w 12192908"/>
                <a:gd name="connsiteY0" fmla="*/ 0 h 6319052"/>
                <a:gd name="connsiteX1" fmla="*/ 3455177 w 12192908"/>
                <a:gd name="connsiteY1" fmla="*/ 0 h 6319052"/>
                <a:gd name="connsiteX2" fmla="*/ 3825998 w 12192908"/>
                <a:gd name="connsiteY2" fmla="*/ 351771 h 6319052"/>
                <a:gd name="connsiteX3" fmla="*/ 4196818 w 12192908"/>
                <a:gd name="connsiteY3" fmla="*/ 0 h 6319052"/>
                <a:gd name="connsiteX4" fmla="*/ 12192908 w 12192908"/>
                <a:gd name="connsiteY4" fmla="*/ 0 h 6319052"/>
                <a:gd name="connsiteX5" fmla="*/ 12192908 w 12192908"/>
                <a:gd name="connsiteY5" fmla="*/ 6319052 h 6319052"/>
                <a:gd name="connsiteX6" fmla="*/ 908 w 12192908"/>
                <a:gd name="connsiteY6" fmla="*/ 5640322 h 6319052"/>
                <a:gd name="connsiteX7" fmla="*/ 908 w 12192908"/>
                <a:gd name="connsiteY7" fmla="*/ 0 h 6319052"/>
                <a:gd name="connsiteX0" fmla="*/ 9427 w 12201427"/>
                <a:gd name="connsiteY0" fmla="*/ 0 h 6319052"/>
                <a:gd name="connsiteX1" fmla="*/ 3463696 w 12201427"/>
                <a:gd name="connsiteY1" fmla="*/ 0 h 6319052"/>
                <a:gd name="connsiteX2" fmla="*/ 3834517 w 12201427"/>
                <a:gd name="connsiteY2" fmla="*/ 351771 h 6319052"/>
                <a:gd name="connsiteX3" fmla="*/ 4205337 w 12201427"/>
                <a:gd name="connsiteY3" fmla="*/ 0 h 6319052"/>
                <a:gd name="connsiteX4" fmla="*/ 12201427 w 12201427"/>
                <a:gd name="connsiteY4" fmla="*/ 0 h 6319052"/>
                <a:gd name="connsiteX5" fmla="*/ 12201427 w 12201427"/>
                <a:gd name="connsiteY5" fmla="*/ 6319052 h 6319052"/>
                <a:gd name="connsiteX6" fmla="*/ 0 w 12201427"/>
                <a:gd name="connsiteY6" fmla="*/ 5414079 h 6319052"/>
                <a:gd name="connsiteX7" fmla="*/ 9427 w 12201427"/>
                <a:gd name="connsiteY7" fmla="*/ 0 h 6319052"/>
                <a:gd name="connsiteX0" fmla="*/ 9427 w 12201427"/>
                <a:gd name="connsiteY0" fmla="*/ 0 h 5630896"/>
                <a:gd name="connsiteX1" fmla="*/ 3463696 w 12201427"/>
                <a:gd name="connsiteY1" fmla="*/ 0 h 5630896"/>
                <a:gd name="connsiteX2" fmla="*/ 3834517 w 12201427"/>
                <a:gd name="connsiteY2" fmla="*/ 351771 h 5630896"/>
                <a:gd name="connsiteX3" fmla="*/ 4205337 w 12201427"/>
                <a:gd name="connsiteY3" fmla="*/ 0 h 5630896"/>
                <a:gd name="connsiteX4" fmla="*/ 12201427 w 12201427"/>
                <a:gd name="connsiteY4" fmla="*/ 0 h 5630896"/>
                <a:gd name="connsiteX5" fmla="*/ 12144866 w 12201427"/>
                <a:gd name="connsiteY5" fmla="*/ 5630896 h 5630896"/>
                <a:gd name="connsiteX6" fmla="*/ 0 w 12201427"/>
                <a:gd name="connsiteY6" fmla="*/ 5414079 h 5630896"/>
                <a:gd name="connsiteX7" fmla="*/ 9427 w 12201427"/>
                <a:gd name="connsiteY7" fmla="*/ 0 h 5630896"/>
                <a:gd name="connsiteX0" fmla="*/ 9427 w 12201427"/>
                <a:gd name="connsiteY0" fmla="*/ 0 h 5659176"/>
                <a:gd name="connsiteX1" fmla="*/ 3463696 w 12201427"/>
                <a:gd name="connsiteY1" fmla="*/ 0 h 5659176"/>
                <a:gd name="connsiteX2" fmla="*/ 3834517 w 12201427"/>
                <a:gd name="connsiteY2" fmla="*/ 351771 h 5659176"/>
                <a:gd name="connsiteX3" fmla="*/ 4205337 w 12201427"/>
                <a:gd name="connsiteY3" fmla="*/ 0 h 5659176"/>
                <a:gd name="connsiteX4" fmla="*/ 12201427 w 12201427"/>
                <a:gd name="connsiteY4" fmla="*/ 0 h 5659176"/>
                <a:gd name="connsiteX5" fmla="*/ 12192000 w 12201427"/>
                <a:gd name="connsiteY5" fmla="*/ 5659176 h 5659176"/>
                <a:gd name="connsiteX6" fmla="*/ 0 w 12201427"/>
                <a:gd name="connsiteY6" fmla="*/ 5414079 h 5659176"/>
                <a:gd name="connsiteX7" fmla="*/ 9427 w 12201427"/>
                <a:gd name="connsiteY7" fmla="*/ 0 h 5659176"/>
                <a:gd name="connsiteX0" fmla="*/ 908 w 12192908"/>
                <a:gd name="connsiteY0" fmla="*/ 0 h 5659176"/>
                <a:gd name="connsiteX1" fmla="*/ 3455177 w 12192908"/>
                <a:gd name="connsiteY1" fmla="*/ 0 h 5659176"/>
                <a:gd name="connsiteX2" fmla="*/ 3825998 w 12192908"/>
                <a:gd name="connsiteY2" fmla="*/ 351771 h 5659176"/>
                <a:gd name="connsiteX3" fmla="*/ 4196818 w 12192908"/>
                <a:gd name="connsiteY3" fmla="*/ 0 h 5659176"/>
                <a:gd name="connsiteX4" fmla="*/ 12192908 w 12192908"/>
                <a:gd name="connsiteY4" fmla="*/ 0 h 5659176"/>
                <a:gd name="connsiteX5" fmla="*/ 12183481 w 12192908"/>
                <a:gd name="connsiteY5" fmla="*/ 5659176 h 5659176"/>
                <a:gd name="connsiteX6" fmla="*/ 908 w 12192908"/>
                <a:gd name="connsiteY6" fmla="*/ 5630895 h 5659176"/>
                <a:gd name="connsiteX7" fmla="*/ 908 w 12192908"/>
                <a:gd name="connsiteY7" fmla="*/ 0 h 5659176"/>
                <a:gd name="connsiteX0" fmla="*/ 908 w 12193814"/>
                <a:gd name="connsiteY0" fmla="*/ 0 h 5668603"/>
                <a:gd name="connsiteX1" fmla="*/ 3455177 w 12193814"/>
                <a:gd name="connsiteY1" fmla="*/ 0 h 5668603"/>
                <a:gd name="connsiteX2" fmla="*/ 3825998 w 12193814"/>
                <a:gd name="connsiteY2" fmla="*/ 351771 h 5668603"/>
                <a:gd name="connsiteX3" fmla="*/ 4196818 w 12193814"/>
                <a:gd name="connsiteY3" fmla="*/ 0 h 5668603"/>
                <a:gd name="connsiteX4" fmla="*/ 12192908 w 12193814"/>
                <a:gd name="connsiteY4" fmla="*/ 0 h 5668603"/>
                <a:gd name="connsiteX5" fmla="*/ 12192907 w 12193814"/>
                <a:gd name="connsiteY5" fmla="*/ 5668603 h 5668603"/>
                <a:gd name="connsiteX6" fmla="*/ 908 w 12193814"/>
                <a:gd name="connsiteY6" fmla="*/ 5630895 h 5668603"/>
                <a:gd name="connsiteX7" fmla="*/ 908 w 12193814"/>
                <a:gd name="connsiteY7" fmla="*/ 0 h 5668603"/>
                <a:gd name="connsiteX0" fmla="*/ 12700 w 12205606"/>
                <a:gd name="connsiteY0" fmla="*/ 0 h 6278779"/>
                <a:gd name="connsiteX1" fmla="*/ 3466969 w 12205606"/>
                <a:gd name="connsiteY1" fmla="*/ 0 h 6278779"/>
                <a:gd name="connsiteX2" fmla="*/ 3837790 w 12205606"/>
                <a:gd name="connsiteY2" fmla="*/ 351771 h 6278779"/>
                <a:gd name="connsiteX3" fmla="*/ 4208610 w 12205606"/>
                <a:gd name="connsiteY3" fmla="*/ 0 h 6278779"/>
                <a:gd name="connsiteX4" fmla="*/ 12204700 w 12205606"/>
                <a:gd name="connsiteY4" fmla="*/ 0 h 6278779"/>
                <a:gd name="connsiteX5" fmla="*/ 12204699 w 12205606"/>
                <a:gd name="connsiteY5" fmla="*/ 5668603 h 6278779"/>
                <a:gd name="connsiteX6" fmla="*/ 0 w 12205606"/>
                <a:gd name="connsiteY6" fmla="*/ 6278595 h 6278779"/>
                <a:gd name="connsiteX7" fmla="*/ 12700 w 12205606"/>
                <a:gd name="connsiteY7" fmla="*/ 0 h 6278779"/>
                <a:gd name="connsiteX0" fmla="*/ 12700 w 12205606"/>
                <a:gd name="connsiteY0" fmla="*/ 0 h 6303603"/>
                <a:gd name="connsiteX1" fmla="*/ 3466969 w 12205606"/>
                <a:gd name="connsiteY1" fmla="*/ 0 h 6303603"/>
                <a:gd name="connsiteX2" fmla="*/ 3837790 w 12205606"/>
                <a:gd name="connsiteY2" fmla="*/ 351771 h 6303603"/>
                <a:gd name="connsiteX3" fmla="*/ 4208610 w 12205606"/>
                <a:gd name="connsiteY3" fmla="*/ 0 h 6303603"/>
                <a:gd name="connsiteX4" fmla="*/ 12204700 w 12205606"/>
                <a:gd name="connsiteY4" fmla="*/ 0 h 6303603"/>
                <a:gd name="connsiteX5" fmla="*/ 12204699 w 12205606"/>
                <a:gd name="connsiteY5" fmla="*/ 6303603 h 6303603"/>
                <a:gd name="connsiteX6" fmla="*/ 0 w 12205606"/>
                <a:gd name="connsiteY6" fmla="*/ 6278595 h 6303603"/>
                <a:gd name="connsiteX7" fmla="*/ 12700 w 12205606"/>
                <a:gd name="connsiteY7" fmla="*/ 0 h 630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205606" h="6303603">
                  <a:moveTo>
                    <a:pt x="12700" y="0"/>
                  </a:moveTo>
                  <a:lnTo>
                    <a:pt x="3466969" y="0"/>
                  </a:lnTo>
                  <a:lnTo>
                    <a:pt x="3837790" y="351771"/>
                  </a:lnTo>
                  <a:lnTo>
                    <a:pt x="4208610" y="0"/>
                  </a:lnTo>
                  <a:lnTo>
                    <a:pt x="12204700" y="0"/>
                  </a:lnTo>
                  <a:cubicBezTo>
                    <a:pt x="12201558" y="1886392"/>
                    <a:pt x="12207841" y="4417211"/>
                    <a:pt x="12204699" y="6303603"/>
                  </a:cubicBezTo>
                  <a:lnTo>
                    <a:pt x="0" y="6278595"/>
                  </a:lnTo>
                  <a:cubicBezTo>
                    <a:pt x="3142" y="4162817"/>
                    <a:pt x="9558" y="2115778"/>
                    <a:pt x="127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8" name="Grafik 7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32132"/>
              <a:ext cx="12192000" cy="409956"/>
            </a:xfrm>
            <a:prstGeom prst="rect">
              <a:avLst/>
            </a:prstGeom>
          </p:spPr>
        </p:pic>
      </p:grp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7A5D5-34EE-461C-AD4A-B3DA4AA41A81}" type="datetime1">
              <a:rPr lang="de-DE" smtClean="0"/>
              <a:t>11.06.2026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Prüfungsvorbereitung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22" y="6342040"/>
            <a:ext cx="1028496" cy="299978"/>
          </a:xfrm>
          <a:prstGeom prst="rect">
            <a:avLst/>
          </a:prstGeom>
        </p:spPr>
      </p:pic>
      <p:sp>
        <p:nvSpPr>
          <p:cNvPr id="10" name="Textplatzhalt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736725" y="2709863"/>
            <a:ext cx="8686800" cy="1455737"/>
          </a:xfrm>
        </p:spPr>
        <p:txBody>
          <a:bodyPr>
            <a:noAutofit/>
          </a:bodyPr>
          <a:lstStyle>
            <a:lvl1pPr marL="0" indent="0" algn="ctr">
              <a:buNone/>
              <a:defRPr sz="7200" b="1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 dirty="0"/>
              <a:t>VIELEN DANK!</a:t>
            </a:r>
          </a:p>
        </p:txBody>
      </p:sp>
    </p:spTree>
    <p:extLst>
      <p:ext uri="{BB962C8B-B14F-4D97-AF65-F5344CB8AC3E}">
        <p14:creationId xmlns:p14="http://schemas.microsoft.com/office/powerpoint/2010/main" val="19152097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po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7" name="Gruppieren 6"/>
          <p:cNvGrpSpPr/>
          <p:nvPr userDrawn="1"/>
        </p:nvGrpSpPr>
        <p:grpSpPr>
          <a:xfrm>
            <a:off x="0" y="6083955"/>
            <a:ext cx="12192000" cy="792064"/>
            <a:chOff x="0" y="6083955"/>
            <a:chExt cx="12192000" cy="792064"/>
          </a:xfrm>
        </p:grpSpPr>
        <p:sp>
          <p:nvSpPr>
            <p:cNvPr id="8" name="Freihandform 7"/>
            <p:cNvSpPr/>
            <p:nvPr userDrawn="1"/>
          </p:nvSpPr>
          <p:spPr>
            <a:xfrm>
              <a:off x="0" y="6118781"/>
              <a:ext cx="12192000" cy="757238"/>
            </a:xfrm>
            <a:custGeom>
              <a:avLst/>
              <a:gdLst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7082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5177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7" fmla="*/ 0 w 12192000"/>
                <a:gd name="connsiteY7" fmla="*/ 0 h 757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757238">
                  <a:moveTo>
                    <a:pt x="0" y="0"/>
                  </a:moveTo>
                  <a:lnTo>
                    <a:pt x="3454269" y="0"/>
                  </a:lnTo>
                  <a:lnTo>
                    <a:pt x="3825090" y="351771"/>
                  </a:lnTo>
                  <a:lnTo>
                    <a:pt x="4195910" y="0"/>
                  </a:lnTo>
                  <a:lnTo>
                    <a:pt x="12192000" y="0"/>
                  </a:lnTo>
                  <a:lnTo>
                    <a:pt x="12192000" y="757238"/>
                  </a:lnTo>
                  <a:lnTo>
                    <a:pt x="0" y="7572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9" name="Grafik 8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083955"/>
              <a:ext cx="12192000" cy="409956"/>
            </a:xfrm>
            <a:prstGeom prst="rect">
              <a:avLst/>
            </a:prstGeom>
          </p:spPr>
        </p:pic>
      </p:grp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22" y="6342040"/>
            <a:ext cx="1028496" cy="299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587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/>
          <p:cNvPicPr>
            <a:picLocks noChangeAspect="1"/>
          </p:cNvPicPr>
          <p:nvPr userDrawn="1"/>
        </p:nvPicPr>
        <p:blipFill>
          <a:blip r:embed="rId3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22" y="6342040"/>
            <a:ext cx="1028496" cy="299978"/>
          </a:xfrm>
          <a:prstGeom prst="rect">
            <a:avLst/>
          </a:prstGeom>
        </p:spPr>
      </p:pic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3949046" y="6311900"/>
            <a:ext cx="1414806" cy="4095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CBE3BC-D6D1-4394-9DFB-8F37593B4AA0}" type="datetime1">
              <a:rPr lang="de-DE" smtClean="0"/>
              <a:t>11.06.2026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5363852" y="6311900"/>
            <a:ext cx="4326902" cy="4095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Prüfungsvorbereitung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9690754" y="6311900"/>
            <a:ext cx="1663045" cy="4095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2559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0" r:id="rId5"/>
    <p:sldLayoutId id="2147483653" r:id="rId6"/>
    <p:sldLayoutId id="2147483661" r:id="rId7"/>
    <p:sldLayoutId id="2147483654" r:id="rId8"/>
    <p:sldLayoutId id="2147483664" r:id="rId9"/>
    <p:sldLayoutId id="2147483662" r:id="rId10"/>
    <p:sldLayoutId id="2147483663" r:id="rId11"/>
    <p:sldLayoutId id="2147483655" r:id="rId12"/>
    <p:sldLayoutId id="2147483666" r:id="rId13"/>
    <p:sldLayoutId id="2147483665" r:id="rId14"/>
    <p:sldLayoutId id="2147483667" r:id="rId15"/>
    <p:sldLayoutId id="2147483656" r:id="rId16"/>
    <p:sldLayoutId id="2147483671" r:id="rId17"/>
    <p:sldLayoutId id="2147483672" r:id="rId18"/>
    <p:sldLayoutId id="2147483673" r:id="rId19"/>
    <p:sldLayoutId id="2147483674" r:id="rId20"/>
    <p:sldLayoutId id="2147483681" r:id="rId21"/>
    <p:sldLayoutId id="2147483685" r:id="rId22"/>
    <p:sldLayoutId id="2147483675" r:id="rId23"/>
    <p:sldLayoutId id="2147483676" r:id="rId24"/>
    <p:sldLayoutId id="2147483677" r:id="rId25"/>
    <p:sldLayoutId id="2147483684" r:id="rId26"/>
    <p:sldLayoutId id="2147483682" r:id="rId27"/>
    <p:sldLayoutId id="2147483683" r:id="rId28"/>
    <p:sldLayoutId id="2147483678" r:id="rId29"/>
    <p:sldLayoutId id="2147483679" r:id="rId30"/>
    <p:sldLayoutId id="2147483680" r:id="rId31"/>
    <p:sldLayoutId id="2147483659" r:id="rId3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000000"/>
          </p15:clr>
        </p15:guide>
        <p15:guide id="2" pos="211" userDrawn="1">
          <p15:clr>
            <a:srgbClr val="000000"/>
          </p15:clr>
        </p15:guide>
        <p15:guide id="3" orient="horz" pos="4320" userDrawn="1">
          <p15:clr>
            <a:srgbClr val="000000"/>
          </p15:clr>
        </p15:guide>
        <p15:guide id="4" orient="horz" pos="3974" userDrawn="1">
          <p15:clr>
            <a:srgbClr val="000000"/>
          </p15:clr>
        </p15:guide>
        <p15:guide id="5" pos="7673" userDrawn="1">
          <p15:clr>
            <a:srgbClr val="000000"/>
          </p15:clr>
        </p15:guide>
        <p15:guide id="6" pos="7469" userDrawn="1">
          <p15:clr>
            <a:srgbClr val="000000"/>
          </p15:clr>
        </p15:guide>
        <p15:guide id="7" orient="horz" userDrawn="1">
          <p15:clr>
            <a:srgbClr val="000000"/>
          </p15:clr>
        </p15:guide>
        <p15:guide id="8" orient="horz" pos="346" userDrawn="1">
          <p15:clr>
            <a:srgbClr val="00000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B1B2320-6D4C-D8B1-7716-F31B28F66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F023C-A5B0-409A-8C82-F294DFF5C9E7}" type="datetime1">
              <a:rPr lang="de-DE" smtClean="0"/>
              <a:t>11.06.2026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1221E27-7120-802D-7702-65492C62E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Prüfungsvorbereitung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3F877E4-F2A9-918E-42EA-28EC76461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1</a:t>
            </a:fld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0034BBC-E7DB-BC2C-27F9-3DA7E7F33B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70000" lnSpcReduction="20000"/>
          </a:bodyPr>
          <a:lstStyle/>
          <a:p>
            <a:r>
              <a:rPr lang="de-DE"/>
              <a:t>Datenbank-Entwurf relational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73A0F9EA-089F-AFAC-9E8A-D737542D140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D4BD068D-AAA1-F355-C769-66F92B5AF0B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/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400214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89B3E0A-AC93-B613-A32F-EF3B62602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C101EF-6E97-3439-B9C5-559457677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422" y="550865"/>
            <a:ext cx="11495280" cy="720725"/>
          </a:xfrm>
        </p:spPr>
        <p:txBody>
          <a:bodyPr/>
          <a:lstStyle/>
          <a:p>
            <a:r>
              <a:rPr lang="de-DE"/>
              <a:t>Beispiel: Situation im Unternehmen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DE9C6F0-68EE-A08B-D665-2F030228F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87628-BEF6-44C2-BB07-F398106C9022}" type="datetime1">
              <a:rPr lang="de-DE" smtClean="0"/>
              <a:t>11.06.2026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A938F9C-93F7-E17A-82E1-2E2DBA4A7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Prüfungsvorbereitung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2819547-5ECD-F7E7-09C6-526BA32E4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2</a:t>
            </a:fld>
            <a:endParaRPr lang="de-DE"/>
          </a:p>
        </p:txBody>
      </p:sp>
      <p:pic>
        <p:nvPicPr>
          <p:cNvPr id="41" name="Grafik 40">
            <a:extLst>
              <a:ext uri="{FF2B5EF4-FFF2-40B4-BE49-F238E27FC236}">
                <a16:creationId xmlns:a16="http://schemas.microsoft.com/office/drawing/2014/main" id="{F7BB30FF-04FD-02F8-7978-ACAAFAEC74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770" y="1188786"/>
            <a:ext cx="10241667" cy="5567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49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4E938-70FC-4645-9768-15857C87C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0ADC82-4A35-F628-5BA9-A8B03EF8F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422" y="550865"/>
            <a:ext cx="11495280" cy="720725"/>
          </a:xfrm>
        </p:spPr>
        <p:txBody>
          <a:bodyPr/>
          <a:lstStyle/>
          <a:p>
            <a:r>
              <a:rPr lang="de-DE"/>
              <a:t>Beispiel: Daten zum Unternehmen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D09D145-43D2-579E-F4D7-5545C1716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87628-BEF6-44C2-BB07-F398106C9022}" type="datetime1">
              <a:rPr lang="de-DE" smtClean="0"/>
              <a:t>11.06.2026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30B2BFE-3EB5-3755-5041-172724F86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Prüfungsvorbereitung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14C271A-BE54-735F-C8EE-CAB4EE04C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3</a:t>
            </a:fld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3A478417-B68C-B0C8-F368-05D2BB4AB6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7" y="1627692"/>
            <a:ext cx="12071287" cy="3602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161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E5031-EEBF-E046-AF39-EA44E36E4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4595EF-6976-0571-22FF-AA5522E66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422" y="550865"/>
            <a:ext cx="11495280" cy="720725"/>
          </a:xfrm>
        </p:spPr>
        <p:txBody>
          <a:bodyPr>
            <a:normAutofit/>
          </a:bodyPr>
          <a:lstStyle/>
          <a:p>
            <a:r>
              <a:rPr lang="de-DE" sz="2400"/>
              <a:t>ERM &gt; besser die dia-Datei öffnen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C99001D-0C75-BF94-66D6-61C3E0764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87628-BEF6-44C2-BB07-F398106C9022}" type="datetime1">
              <a:rPr lang="de-DE" smtClean="0"/>
              <a:t>11.06.2026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18BEE1C-BB69-B8DA-F01B-DB00DF03C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Prüfungsvorbereitung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810CA83-3EAD-BD47-CD60-CFBB3E432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4</a:t>
            </a:fld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9AFE1D1A-716B-CA88-0727-042A006024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456" y="958285"/>
            <a:ext cx="11883158" cy="5867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473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49D53-3BFE-A359-AD66-2C488863E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D7976C-BF68-9698-B42C-E08851808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422" y="550865"/>
            <a:ext cx="11495280" cy="720725"/>
          </a:xfrm>
        </p:spPr>
        <p:txBody>
          <a:bodyPr>
            <a:noAutofit/>
          </a:bodyPr>
          <a:lstStyle/>
          <a:p>
            <a:r>
              <a:rPr lang="de-DE" sz="3600"/>
              <a:t>relationales Modell, Relationen-Modell, Tabellen-Schema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3C6E498-C40F-4B67-F015-F6A37BFBA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87628-BEF6-44C2-BB07-F398106C9022}" type="datetime1">
              <a:rPr lang="de-DE" smtClean="0"/>
              <a:t>11.06.2026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50503F0-C474-606A-320C-723E851F0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Prüfungsvorbereitung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1441E1D-EB93-90F0-FC94-DEBA245D0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5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47CA9220-9C6F-581F-A475-8E3F3B7F15A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1949" y="1393371"/>
            <a:ext cx="11495753" cy="4194629"/>
          </a:xfrm>
        </p:spPr>
        <p:txBody>
          <a:bodyPr/>
          <a:lstStyle/>
          <a:p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B7FE68F4-F4C2-790C-8A1E-37F998BE65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05" y="1331842"/>
            <a:ext cx="12001990" cy="4339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5161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F89B7-1AA7-128F-CAFE-7C5DCA47A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8871C2-4B84-3DF5-E066-335C8620D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422" y="550865"/>
            <a:ext cx="11495280" cy="720725"/>
          </a:xfrm>
        </p:spPr>
        <p:txBody>
          <a:bodyPr>
            <a:normAutofit/>
          </a:bodyPr>
          <a:lstStyle/>
          <a:p>
            <a:r>
              <a:rPr lang="de-DE" sz="3200"/>
              <a:t>Die Normalformen 1 … 3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EE6FC91-04DD-8D64-6DF5-D16CEC0A1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87628-BEF6-44C2-BB07-F398106C9022}" type="datetime1">
              <a:rPr lang="de-DE" smtClean="0"/>
              <a:t>11.06.2026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406DA60-A3AB-0337-DE38-29E193989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Prüfungsvorbereitung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D824BC0-E8B8-8F7F-779C-C44FB4946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6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3103A02C-DDAC-1FC8-0997-1F8862B468F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1949" y="1393371"/>
            <a:ext cx="11495753" cy="4194629"/>
          </a:xfrm>
        </p:spPr>
        <p:txBody>
          <a:bodyPr/>
          <a:lstStyle/>
          <a:p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8F39DDA2-D1AE-3388-3CB0-42A30F24C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16" y="1243780"/>
            <a:ext cx="11951769" cy="5571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173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0EA9BC-C4D7-98C9-FF4F-8EB0C9133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422" y="550865"/>
            <a:ext cx="11495280" cy="720725"/>
          </a:xfrm>
        </p:spPr>
        <p:txBody>
          <a:bodyPr/>
          <a:lstStyle/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3578992-18CA-05D3-4284-B0BF950F0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87628-BEF6-44C2-BB07-F398106C9022}" type="datetime1">
              <a:rPr lang="de-DE" smtClean="0"/>
              <a:t>11.06.2026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1145420-4B8C-42C5-9513-115C9ABEC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Prüfungsvorbereitung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ACBE0B5-3C6A-95D2-5A4B-D2A89DBBB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7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39D8A6B7-BBC1-9835-E8F9-5404D6119CB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1949" y="1393371"/>
            <a:ext cx="11495753" cy="4194629"/>
          </a:xfr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17399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WBS_Folienvorlage">
      <a:dk1>
        <a:srgbClr val="0071B2"/>
      </a:dk1>
      <a:lt1>
        <a:srgbClr val="D2E8F4"/>
      </a:lt1>
      <a:dk2>
        <a:srgbClr val="B2B2B2"/>
      </a:dk2>
      <a:lt2>
        <a:srgbClr val="EEEEEE"/>
      </a:lt2>
      <a:accent1>
        <a:srgbClr val="0071B2"/>
      </a:accent1>
      <a:accent2>
        <a:srgbClr val="FE5000"/>
      </a:accent2>
      <a:accent3>
        <a:srgbClr val="D2E8F4"/>
      </a:accent3>
      <a:accent4>
        <a:srgbClr val="EEEEEE"/>
      </a:accent4>
      <a:accent5>
        <a:srgbClr val="D9D9D9"/>
      </a:accent5>
      <a:accent6>
        <a:srgbClr val="B2B2B2"/>
      </a:accent6>
      <a:hlink>
        <a:srgbClr val="FE5000"/>
      </a:hlink>
      <a:folHlink>
        <a:srgbClr val="C0000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_Unterricht_V1.0_tkrause.potx" id="{2B081B0E-07EF-4738-9FBC-4E8952BA2653}" vid="{CA87163E-3CAD-4336-B779-56F09BC78BC4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Template_Unterricht_V1.0_tkrause_202104</Template>
  <TotalTime>0</TotalTime>
  <Words>51</Words>
  <Application>Microsoft Office PowerPoint</Application>
  <PresentationFormat>Breitbild</PresentationFormat>
  <Paragraphs>28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</vt:lpstr>
      <vt:lpstr>PowerPoint-Präsentation</vt:lpstr>
      <vt:lpstr>Beispiel: Situation im Unternehmen</vt:lpstr>
      <vt:lpstr>Beispiel: Daten zum Unternehmen</vt:lpstr>
      <vt:lpstr>ERM &gt; besser die dia-Datei öffnen</vt:lpstr>
      <vt:lpstr>relationales Modell, Relationen-Modell, Tabellen-Schema</vt:lpstr>
      <vt:lpstr>Die Normalformen 1 … 3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Lernmodul oder Titel der Präsentation</dc:title>
  <dc:creator>Max Muster02</dc:creator>
  <cp:lastModifiedBy>Thomas Krause</cp:lastModifiedBy>
  <cp:revision>180</cp:revision>
  <dcterms:created xsi:type="dcterms:W3CDTF">2022-03-07T12:16:45Z</dcterms:created>
  <dcterms:modified xsi:type="dcterms:W3CDTF">2026-06-11T06:09:01Z</dcterms:modified>
</cp:coreProperties>
</file>